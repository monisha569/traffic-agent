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90" r:id="rId15"/>
    <p:sldId id="291"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6493C2-F961-AE6C-C78A-A3E397BAC3D1}" v="77" dt="2026-01-24T07:12:45.064"/>
    <p1510:client id="{857E11F3-F11C-6843-C73E-27677A40A984}" v="240" dt="2026-01-24T07:27:37.625"/>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7" autoAdjust="0"/>
    <p:restoredTop sz="94686"/>
  </p:normalViewPr>
  <p:slideViewPr>
    <p:cSldViewPr snapToGrid="0">
      <p:cViewPr varScale="1">
        <p:scale>
          <a:sx n="80" d="100"/>
          <a:sy n="80" d="100"/>
        </p:scale>
        <p:origin x="68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Raje" userId="S::yogesh@edunetfoundation.org::9e0ba697-e1dc-452b-989f-11655901edb1" providerId="AD" clId="Web-{7AA78274-F908-906D-30B8-02717F7468DA}"/>
    <pc:docChg chg="modSld">
      <pc:chgData name="Yogesh Raje" userId="S::yogesh@edunetfoundation.org::9e0ba697-e1dc-452b-989f-11655901edb1" providerId="AD" clId="Web-{7AA78274-F908-906D-30B8-02717F7468DA}" dt="2026-01-15T05:22:26.930" v="15" actId="20577"/>
      <pc:docMkLst>
        <pc:docMk/>
      </pc:docMkLst>
      <pc:sldChg chg="modSp">
        <pc:chgData name="Yogesh Raje" userId="S::yogesh@edunetfoundation.org::9e0ba697-e1dc-452b-989f-11655901edb1" providerId="AD" clId="Web-{7AA78274-F908-906D-30B8-02717F7468DA}" dt="2026-01-15T05:22:26.930" v="15" actId="20577"/>
        <pc:sldMkLst>
          <pc:docMk/>
          <pc:sldMk cId="957564641" sldId="283"/>
        </pc:sldMkLst>
        <pc:spChg chg="mod">
          <ac:chgData name="Yogesh Raje" userId="S::yogesh@edunetfoundation.org::9e0ba697-e1dc-452b-989f-11655901edb1" providerId="AD" clId="Web-{7AA78274-F908-906D-30B8-02717F7468DA}" dt="2026-01-15T05:22:24.774" v="14" actId="1076"/>
          <ac:spMkLst>
            <pc:docMk/>
            <pc:sldMk cId="957564641" sldId="283"/>
            <ac:spMk id="2" creationId="{9AF97BF8-B3EC-77A2-9BFD-D66830272D56}"/>
          </ac:spMkLst>
        </pc:spChg>
        <pc:spChg chg="mod">
          <ac:chgData name="Yogesh Raje" userId="S::yogesh@edunetfoundation.org::9e0ba697-e1dc-452b-989f-11655901edb1" providerId="AD" clId="Web-{7AA78274-F908-906D-30B8-02717F7468DA}" dt="2026-01-15T05:22:26.930" v="15" actId="20577"/>
          <ac:spMkLst>
            <pc:docMk/>
            <pc:sldMk cId="957564641" sldId="283"/>
            <ac:spMk id="3" creationId="{FFAB85A1-2169-FF43-3E91-E2E8ADA742FF}"/>
          </ac:spMkLst>
        </pc:spChg>
      </pc:sldChg>
    </pc:docChg>
  </pc:docChgLst>
  <pc:docChgLst>
    <pc:chgData name="Thoufiq Z" userId="S::thoufiqz@edunetfoundation.org::83fa815d-fc3a-4272-b584-16b68fbcd8b9" providerId="AD" clId="Web-{392FB351-EFB2-ADE2-BBDC-DA8A76A84AAE}"/>
    <pc:docChg chg="modSld">
      <pc:chgData name="Thoufiq Z" userId="S::thoufiqz@edunetfoundation.org::83fa815d-fc3a-4272-b584-16b68fbcd8b9" providerId="AD" clId="Web-{392FB351-EFB2-ADE2-BBDC-DA8A76A84AAE}" dt="2026-01-22T06:07:07.605" v="0" actId="1076"/>
      <pc:docMkLst>
        <pc:docMk/>
      </pc:docMkLst>
      <pc:sldChg chg="modSp">
        <pc:chgData name="Thoufiq Z" userId="S::thoufiqz@edunetfoundation.org::83fa815d-fc3a-4272-b584-16b68fbcd8b9" providerId="AD" clId="Web-{392FB351-EFB2-ADE2-BBDC-DA8A76A84AAE}" dt="2026-01-22T06:07:07.605" v="0" actId="1076"/>
        <pc:sldMkLst>
          <pc:docMk/>
          <pc:sldMk cId="2772501912" sldId="279"/>
        </pc:sldMkLst>
        <pc:picChg chg="mod">
          <ac:chgData name="Thoufiq Z" userId="S::thoufiqz@edunetfoundation.org::83fa815d-fc3a-4272-b584-16b68fbcd8b9" providerId="AD" clId="Web-{392FB351-EFB2-ADE2-BBDC-DA8A76A84AAE}" dt="2026-01-22T06:07:07.605" v="0" actId="1076"/>
          <ac:picMkLst>
            <pc:docMk/>
            <pc:sldMk cId="2772501912" sldId="279"/>
            <ac:picMk id="3" creationId="{11BF3590-52D3-DC9D-2C84-E66D9597D77D}"/>
          </ac:picMkLst>
        </pc:picChg>
      </pc:sldChg>
    </pc:docChg>
  </pc:docChgLst>
  <pc:docChgLst>
    <pc:chgData name="Guest User" userId="S::urn:spo:tenantanon#ad06ef22-d6dc-4a55-b4c1-c3a158f5f147::" providerId="AD" clId="Web-{696493C2-F961-AE6C-C78A-A3E397BAC3D1}"/>
    <pc:docChg chg="addSld delSld modSld sldOrd">
      <pc:chgData name="Guest User" userId="S::urn:spo:tenantanon#ad06ef22-d6dc-4a55-b4c1-c3a158f5f147::" providerId="AD" clId="Web-{696493C2-F961-AE6C-C78A-A3E397BAC3D1}" dt="2026-01-24T07:12:45.064" v="42" actId="1076"/>
      <pc:docMkLst>
        <pc:docMk/>
      </pc:docMkLst>
      <pc:sldChg chg="addSp modSp">
        <pc:chgData name="Guest User" userId="S::urn:spo:tenantanon#ad06ef22-d6dc-4a55-b4c1-c3a158f5f147::" providerId="AD" clId="Web-{696493C2-F961-AE6C-C78A-A3E397BAC3D1}" dt="2026-01-24T07:12:45.064" v="42" actId="1076"/>
        <pc:sldMkLst>
          <pc:docMk/>
          <pc:sldMk cId="0" sldId="257"/>
        </pc:sldMkLst>
        <pc:picChg chg="add mod">
          <ac:chgData name="Guest User" userId="S::urn:spo:tenantanon#ad06ef22-d6dc-4a55-b4c1-c3a158f5f147::" providerId="AD" clId="Web-{696493C2-F961-AE6C-C78A-A3E397BAC3D1}" dt="2026-01-24T07:12:45.064" v="42" actId="1076"/>
          <ac:picMkLst>
            <pc:docMk/>
            <pc:sldMk cId="0" sldId="257"/>
            <ac:picMk id="2" creationId="{330C9D4A-B972-85E9-7C58-A77163220759}"/>
          </ac:picMkLst>
        </pc:picChg>
        <pc:picChg chg="mod">
          <ac:chgData name="Guest User" userId="S::urn:spo:tenantanon#ad06ef22-d6dc-4a55-b4c1-c3a158f5f147::" providerId="AD" clId="Web-{696493C2-F961-AE6C-C78A-A3E397BAC3D1}" dt="2026-01-24T07:12:38.471" v="40" actId="1076"/>
          <ac:picMkLst>
            <pc:docMk/>
            <pc:sldMk cId="0" sldId="257"/>
            <ac:picMk id="98" creationId="{00000000-0000-0000-0000-000000000000}"/>
          </ac:picMkLst>
        </pc:picChg>
      </pc:sldChg>
      <pc:sldChg chg="del">
        <pc:chgData name="Guest User" userId="S::urn:spo:tenantanon#ad06ef22-d6dc-4a55-b4c1-c3a158f5f147::" providerId="AD" clId="Web-{696493C2-F961-AE6C-C78A-A3E397BAC3D1}" dt="2026-01-24T07:11:10.355" v="30"/>
        <pc:sldMkLst>
          <pc:docMk/>
          <pc:sldMk cId="0" sldId="260"/>
        </pc:sldMkLst>
      </pc:sldChg>
      <pc:sldChg chg="modSp">
        <pc:chgData name="Guest User" userId="S::urn:spo:tenantanon#ad06ef22-d6dc-4a55-b4c1-c3a158f5f147::" providerId="AD" clId="Web-{696493C2-F961-AE6C-C78A-A3E397BAC3D1}" dt="2026-01-24T07:12:27.846" v="39" actId="20577"/>
        <pc:sldMkLst>
          <pc:docMk/>
          <pc:sldMk cId="0" sldId="262"/>
        </pc:sldMkLst>
        <pc:spChg chg="mod">
          <ac:chgData name="Guest User" userId="S::urn:spo:tenantanon#ad06ef22-d6dc-4a55-b4c1-c3a158f5f147::" providerId="AD" clId="Web-{696493C2-F961-AE6C-C78A-A3E397BAC3D1}" dt="2026-01-24T07:12:27.846" v="39" actId="20577"/>
          <ac:spMkLst>
            <pc:docMk/>
            <pc:sldMk cId="0" sldId="262"/>
            <ac:spMk id="179" creationId="{00000000-0000-0000-0000-000000000000}"/>
          </ac:spMkLst>
        </pc:spChg>
      </pc:sldChg>
      <pc:sldChg chg="del">
        <pc:chgData name="Guest User" userId="S::urn:spo:tenantanon#ad06ef22-d6dc-4a55-b4c1-c3a158f5f147::" providerId="AD" clId="Web-{696493C2-F961-AE6C-C78A-A3E397BAC3D1}" dt="2026-01-24T07:09:11.881" v="10"/>
        <pc:sldMkLst>
          <pc:docMk/>
          <pc:sldMk cId="0" sldId="264"/>
        </pc:sldMkLst>
      </pc:sldChg>
      <pc:sldChg chg="ord">
        <pc:chgData name="Guest User" userId="S::urn:spo:tenantanon#ad06ef22-d6dc-4a55-b4c1-c3a158f5f147::" providerId="AD" clId="Web-{696493C2-F961-AE6C-C78A-A3E397BAC3D1}" dt="2026-01-24T07:10:35.495" v="28"/>
        <pc:sldMkLst>
          <pc:docMk/>
          <pc:sldMk cId="3764405840" sldId="278"/>
        </pc:sldMkLst>
      </pc:sldChg>
      <pc:sldChg chg="addSp modSp ord">
        <pc:chgData name="Guest User" userId="S::urn:spo:tenantanon#ad06ef22-d6dc-4a55-b4c1-c3a158f5f147::" providerId="AD" clId="Web-{696493C2-F961-AE6C-C78A-A3E397BAC3D1}" dt="2026-01-24T07:08:56.974" v="9"/>
        <pc:sldMkLst>
          <pc:docMk/>
          <pc:sldMk cId="2772501912" sldId="279"/>
        </pc:sldMkLst>
        <pc:spChg chg="add mod">
          <ac:chgData name="Guest User" userId="S::urn:spo:tenantanon#ad06ef22-d6dc-4a55-b4c1-c3a158f5f147::" providerId="AD" clId="Web-{696493C2-F961-AE6C-C78A-A3E397BAC3D1}" dt="2026-01-24T07:08:48.974" v="8" actId="20577"/>
          <ac:spMkLst>
            <pc:docMk/>
            <pc:sldMk cId="2772501912" sldId="279"/>
            <ac:spMk id="2" creationId="{48079FEC-4447-C4FA-64A4-CB532564DAF6}"/>
          </ac:spMkLst>
        </pc:spChg>
      </pc:sldChg>
      <pc:sldChg chg="ord">
        <pc:chgData name="Guest User" userId="S::urn:spo:tenantanon#ad06ef22-d6dc-4a55-b4c1-c3a158f5f147::" providerId="AD" clId="Web-{696493C2-F961-AE6C-C78A-A3E397BAC3D1}" dt="2026-01-24T07:10:52.089" v="29"/>
        <pc:sldMkLst>
          <pc:docMk/>
          <pc:sldMk cId="328526394" sldId="281"/>
        </pc:sldMkLst>
      </pc:sldChg>
      <pc:sldChg chg="modSp add replId">
        <pc:chgData name="Guest User" userId="S::urn:spo:tenantanon#ad06ef22-d6dc-4a55-b4c1-c3a158f5f147::" providerId="AD" clId="Web-{696493C2-F961-AE6C-C78A-A3E397BAC3D1}" dt="2026-01-24T07:09:33.068" v="20" actId="20577"/>
        <pc:sldMkLst>
          <pc:docMk/>
          <pc:sldMk cId="795043773" sldId="284"/>
        </pc:sldMkLst>
        <pc:spChg chg="mod">
          <ac:chgData name="Guest User" userId="S::urn:spo:tenantanon#ad06ef22-d6dc-4a55-b4c1-c3a158f5f147::" providerId="AD" clId="Web-{696493C2-F961-AE6C-C78A-A3E397BAC3D1}" dt="2026-01-24T07:09:33.068" v="20" actId="20577"/>
          <ac:spMkLst>
            <pc:docMk/>
            <pc:sldMk cId="795043773" sldId="284"/>
            <ac:spMk id="2" creationId="{DD23FCBA-FC00-378F-C117-12DC1F4FD6E0}"/>
          </ac:spMkLst>
        </pc:spChg>
      </pc:sldChg>
      <pc:sldChg chg="modSp add replId">
        <pc:chgData name="Guest User" userId="S::urn:spo:tenantanon#ad06ef22-d6dc-4a55-b4c1-c3a158f5f147::" providerId="AD" clId="Web-{696493C2-F961-AE6C-C78A-A3E397BAC3D1}" dt="2026-01-24T07:09:48.006" v="22" actId="20577"/>
        <pc:sldMkLst>
          <pc:docMk/>
          <pc:sldMk cId="1135684311" sldId="285"/>
        </pc:sldMkLst>
        <pc:spChg chg="mod">
          <ac:chgData name="Guest User" userId="S::urn:spo:tenantanon#ad06ef22-d6dc-4a55-b4c1-c3a158f5f147::" providerId="AD" clId="Web-{696493C2-F961-AE6C-C78A-A3E397BAC3D1}" dt="2026-01-24T07:09:48.006" v="22" actId="20577"/>
          <ac:spMkLst>
            <pc:docMk/>
            <pc:sldMk cId="1135684311" sldId="285"/>
            <ac:spMk id="2" creationId="{6FFE5FD7-2292-570F-1397-1E9287F8CB9D}"/>
          </ac:spMkLst>
        </pc:spChg>
      </pc:sldChg>
      <pc:sldChg chg="modSp add replId">
        <pc:chgData name="Guest User" userId="S::urn:spo:tenantanon#ad06ef22-d6dc-4a55-b4c1-c3a158f5f147::" providerId="AD" clId="Web-{696493C2-F961-AE6C-C78A-A3E397BAC3D1}" dt="2026-01-24T07:09:56.521" v="25" actId="20577"/>
        <pc:sldMkLst>
          <pc:docMk/>
          <pc:sldMk cId="1138841112" sldId="286"/>
        </pc:sldMkLst>
        <pc:spChg chg="mod">
          <ac:chgData name="Guest User" userId="S::urn:spo:tenantanon#ad06ef22-d6dc-4a55-b4c1-c3a158f5f147::" providerId="AD" clId="Web-{696493C2-F961-AE6C-C78A-A3E397BAC3D1}" dt="2026-01-24T07:09:56.521" v="25" actId="20577"/>
          <ac:spMkLst>
            <pc:docMk/>
            <pc:sldMk cId="1138841112" sldId="286"/>
            <ac:spMk id="2" creationId="{CF9D04B6-7646-B3BF-9A84-684A467FADAB}"/>
          </ac:spMkLst>
        </pc:spChg>
      </pc:sldChg>
    </pc:docChg>
  </pc:docChgLst>
  <pc:docChgLst>
    <pc:chgData name="Yogesh Raje" userId="S::yogesh@edunetfoundation.org::9e0ba697-e1dc-452b-989f-11655901edb1" providerId="AD" clId="Web-{857E11F3-F11C-6843-C73E-27677A40A984}"/>
    <pc:docChg chg="addSld delSld modSld sldOrd">
      <pc:chgData name="Yogesh Raje" userId="S::yogesh@edunetfoundation.org::9e0ba697-e1dc-452b-989f-11655901edb1" providerId="AD" clId="Web-{857E11F3-F11C-6843-C73E-27677A40A984}" dt="2026-01-24T07:27:35.250" v="160" actId="20577"/>
      <pc:docMkLst>
        <pc:docMk/>
      </pc:docMkLst>
      <pc:sldChg chg="addSp">
        <pc:chgData name="Yogesh Raje" userId="S::yogesh@edunetfoundation.org::9e0ba697-e1dc-452b-989f-11655901edb1" providerId="AD" clId="Web-{857E11F3-F11C-6843-C73E-27677A40A984}" dt="2026-01-24T07:25:33.140" v="128"/>
        <pc:sldMkLst>
          <pc:docMk/>
          <pc:sldMk cId="0" sldId="257"/>
        </pc:sldMkLst>
        <pc:picChg chg="add">
          <ac:chgData name="Yogesh Raje" userId="S::yogesh@edunetfoundation.org::9e0ba697-e1dc-452b-989f-11655901edb1" providerId="AD" clId="Web-{857E11F3-F11C-6843-C73E-27677A40A984}" dt="2026-01-24T07:25:33.140" v="128"/>
          <ac:picMkLst>
            <pc:docMk/>
            <pc:sldMk cId="0" sldId="257"/>
            <ac:picMk id="4" creationId="{93071BE8-5070-42BA-3450-6F0039B8532C}"/>
          </ac:picMkLst>
        </pc:picChg>
      </pc:sldChg>
      <pc:sldChg chg="addSp delSp modSp">
        <pc:chgData name="Yogesh Raje" userId="S::yogesh@edunetfoundation.org::9e0ba697-e1dc-452b-989f-11655901edb1" providerId="AD" clId="Web-{857E11F3-F11C-6843-C73E-27677A40A984}" dt="2026-01-24T07:25:39.546" v="130"/>
        <pc:sldMkLst>
          <pc:docMk/>
          <pc:sldMk cId="0" sldId="259"/>
        </pc:sldMkLst>
        <pc:spChg chg="add mod">
          <ac:chgData name="Yogesh Raje" userId="S::yogesh@edunetfoundation.org::9e0ba697-e1dc-452b-989f-11655901edb1" providerId="AD" clId="Web-{857E11F3-F11C-6843-C73E-27677A40A984}" dt="2026-01-24T07:17:44.196" v="33" actId="20577"/>
          <ac:spMkLst>
            <pc:docMk/>
            <pc:sldMk cId="0" sldId="259"/>
            <ac:spMk id="3" creationId="{2F548320-B634-92CD-C520-43B25557F859}"/>
          </ac:spMkLst>
        </pc:spChg>
        <pc:picChg chg="add">
          <ac:chgData name="Yogesh Raje" userId="S::yogesh@edunetfoundation.org::9e0ba697-e1dc-452b-989f-11655901edb1" providerId="AD" clId="Web-{857E11F3-F11C-6843-C73E-27677A40A984}" dt="2026-01-24T07:25:39.546" v="130"/>
          <ac:picMkLst>
            <pc:docMk/>
            <pc:sldMk cId="0" sldId="259"/>
            <ac:picMk id="5" creationId="{68EE1157-422B-2DEC-F7BF-0A06B973C983}"/>
          </ac:picMkLst>
        </pc:picChg>
        <pc:picChg chg="del">
          <ac:chgData name="Yogesh Raje" userId="S::yogesh@edunetfoundation.org::9e0ba697-e1dc-452b-989f-11655901edb1" providerId="AD" clId="Web-{857E11F3-F11C-6843-C73E-27677A40A984}" dt="2026-01-24T07:16:16.991" v="16"/>
          <ac:picMkLst>
            <pc:docMk/>
            <pc:sldMk cId="0" sldId="259"/>
            <ac:picMk id="115" creationId="{00000000-0000-0000-0000-000000000000}"/>
          </ac:picMkLst>
        </pc:picChg>
      </pc:sldChg>
      <pc:sldChg chg="addSp modSp">
        <pc:chgData name="Yogesh Raje" userId="S::yogesh@edunetfoundation.org::9e0ba697-e1dc-452b-989f-11655901edb1" providerId="AD" clId="Web-{857E11F3-F11C-6843-C73E-27677A40A984}" dt="2026-01-24T07:25:59.343" v="136" actId="14100"/>
        <pc:sldMkLst>
          <pc:docMk/>
          <pc:sldMk cId="0" sldId="262"/>
        </pc:sldMkLst>
        <pc:spChg chg="mod">
          <ac:chgData name="Yogesh Raje" userId="S::yogesh@edunetfoundation.org::9e0ba697-e1dc-452b-989f-11655901edb1" providerId="AD" clId="Web-{857E11F3-F11C-6843-C73E-27677A40A984}" dt="2026-01-24T07:19:31.666" v="54" actId="1076"/>
          <ac:spMkLst>
            <pc:docMk/>
            <pc:sldMk cId="0" sldId="262"/>
            <ac:spMk id="179" creationId="{00000000-0000-0000-0000-000000000000}"/>
          </ac:spMkLst>
        </pc:spChg>
        <pc:picChg chg="add">
          <ac:chgData name="Yogesh Raje" userId="S::yogesh@edunetfoundation.org::9e0ba697-e1dc-452b-989f-11655901edb1" providerId="AD" clId="Web-{857E11F3-F11C-6843-C73E-27677A40A984}" dt="2026-01-24T07:25:54.453" v="135"/>
          <ac:picMkLst>
            <pc:docMk/>
            <pc:sldMk cId="0" sldId="262"/>
            <ac:picMk id="3" creationId="{13F004CF-732B-B365-E320-17AD7B82A8D0}"/>
          </ac:picMkLst>
        </pc:picChg>
        <pc:picChg chg="mod">
          <ac:chgData name="Yogesh Raje" userId="S::yogesh@edunetfoundation.org::9e0ba697-e1dc-452b-989f-11655901edb1" providerId="AD" clId="Web-{857E11F3-F11C-6843-C73E-27677A40A984}" dt="2026-01-24T07:25:59.343" v="136" actId="14100"/>
          <ac:picMkLst>
            <pc:docMk/>
            <pc:sldMk cId="0" sldId="262"/>
            <ac:picMk id="178" creationId="{00000000-0000-0000-0000-000000000000}"/>
          </ac:picMkLst>
        </pc:picChg>
      </pc:sldChg>
      <pc:sldChg chg="addSp delSp modSp ord">
        <pc:chgData name="Yogesh Raje" userId="S::yogesh@edunetfoundation.org::9e0ba697-e1dc-452b-989f-11655901edb1" providerId="AD" clId="Web-{857E11F3-F11C-6843-C73E-27677A40A984}" dt="2026-01-24T07:25:51.687" v="134"/>
        <pc:sldMkLst>
          <pc:docMk/>
          <pc:sldMk cId="0" sldId="273"/>
        </pc:sldMkLst>
        <pc:spChg chg="mod">
          <ac:chgData name="Yogesh Raje" userId="S::yogesh@edunetfoundation.org::9e0ba697-e1dc-452b-989f-11655901edb1" providerId="AD" clId="Web-{857E11F3-F11C-6843-C73E-27677A40A984}" dt="2026-01-24T07:21:46.793" v="105" actId="1076"/>
          <ac:spMkLst>
            <pc:docMk/>
            <pc:sldMk cId="0" sldId="273"/>
            <ac:spMk id="279" creationId="{00000000-0000-0000-0000-000000000000}"/>
          </ac:spMkLst>
        </pc:spChg>
        <pc:spChg chg="mod">
          <ac:chgData name="Yogesh Raje" userId="S::yogesh@edunetfoundation.org::9e0ba697-e1dc-452b-989f-11655901edb1" providerId="AD" clId="Web-{857E11F3-F11C-6843-C73E-27677A40A984}" dt="2026-01-24T07:21:49.153" v="106" actId="1076"/>
          <ac:spMkLst>
            <pc:docMk/>
            <pc:sldMk cId="0" sldId="273"/>
            <ac:spMk id="280" creationId="{00000000-0000-0000-0000-000000000000}"/>
          </ac:spMkLst>
        </pc:spChg>
        <pc:spChg chg="mod">
          <ac:chgData name="Yogesh Raje" userId="S::yogesh@edunetfoundation.org::9e0ba697-e1dc-452b-989f-11655901edb1" providerId="AD" clId="Web-{857E11F3-F11C-6843-C73E-27677A40A984}" dt="2026-01-24T07:21:52.246" v="107" actId="1076"/>
          <ac:spMkLst>
            <pc:docMk/>
            <pc:sldMk cId="0" sldId="273"/>
            <ac:spMk id="281" creationId="{00000000-0000-0000-0000-000000000000}"/>
          </ac:spMkLst>
        </pc:spChg>
        <pc:spChg chg="del mod">
          <ac:chgData name="Yogesh Raje" userId="S::yogesh@edunetfoundation.org::9e0ba697-e1dc-452b-989f-11655901edb1" providerId="AD" clId="Web-{857E11F3-F11C-6843-C73E-27677A40A984}" dt="2026-01-24T07:22:01.356" v="109"/>
          <ac:spMkLst>
            <pc:docMk/>
            <pc:sldMk cId="0" sldId="273"/>
            <ac:spMk id="282" creationId="{00000000-0000-0000-0000-000000000000}"/>
          </ac:spMkLst>
        </pc:spChg>
        <pc:picChg chg="add">
          <ac:chgData name="Yogesh Raje" userId="S::yogesh@edunetfoundation.org::9e0ba697-e1dc-452b-989f-11655901edb1" providerId="AD" clId="Web-{857E11F3-F11C-6843-C73E-27677A40A984}" dt="2026-01-24T07:25:51.687" v="134"/>
          <ac:picMkLst>
            <pc:docMk/>
            <pc:sldMk cId="0" sldId="273"/>
            <ac:picMk id="3" creationId="{676BD740-4294-408A-9014-7C75E9F50954}"/>
          </ac:picMkLst>
        </pc:picChg>
      </pc:sldChg>
      <pc:sldChg chg="addSp">
        <pc:chgData name="Yogesh Raje" userId="S::yogesh@edunetfoundation.org::9e0ba697-e1dc-452b-989f-11655901edb1" providerId="AD" clId="Web-{857E11F3-F11C-6843-C73E-27677A40A984}" dt="2026-01-24T07:26:14.625" v="144"/>
        <pc:sldMkLst>
          <pc:docMk/>
          <pc:sldMk cId="0" sldId="276"/>
        </pc:sldMkLst>
        <pc:picChg chg="add">
          <ac:chgData name="Yogesh Raje" userId="S::yogesh@edunetfoundation.org::9e0ba697-e1dc-452b-989f-11655901edb1" providerId="AD" clId="Web-{857E11F3-F11C-6843-C73E-27677A40A984}" dt="2026-01-24T07:26:14.625" v="144"/>
          <ac:picMkLst>
            <pc:docMk/>
            <pc:sldMk cId="0" sldId="276"/>
            <ac:picMk id="3" creationId="{BA9DDD0D-7A91-1E4E-00BA-F7FF05ABF76F}"/>
          </ac:picMkLst>
        </pc:picChg>
      </pc:sldChg>
      <pc:sldChg chg="addSp ord">
        <pc:chgData name="Yogesh Raje" userId="S::yogesh@edunetfoundation.org::9e0ba697-e1dc-452b-989f-11655901edb1" providerId="AD" clId="Web-{857E11F3-F11C-6843-C73E-27677A40A984}" dt="2026-01-24T07:26:13.031" v="143"/>
        <pc:sldMkLst>
          <pc:docMk/>
          <pc:sldMk cId="2115484872" sldId="277"/>
        </pc:sldMkLst>
        <pc:picChg chg="add">
          <ac:chgData name="Yogesh Raje" userId="S::yogesh@edunetfoundation.org::9e0ba697-e1dc-452b-989f-11655901edb1" providerId="AD" clId="Web-{857E11F3-F11C-6843-C73E-27677A40A984}" dt="2026-01-24T07:26:13.031" v="143"/>
          <ac:picMkLst>
            <pc:docMk/>
            <pc:sldMk cId="2115484872" sldId="277"/>
            <ac:picMk id="3" creationId="{B8925A06-F7F9-F25E-EBB3-1891B33446BF}"/>
          </ac:picMkLst>
        </pc:picChg>
      </pc:sldChg>
      <pc:sldChg chg="addSp">
        <pc:chgData name="Yogesh Raje" userId="S::yogesh@edunetfoundation.org::9e0ba697-e1dc-452b-989f-11655901edb1" providerId="AD" clId="Web-{857E11F3-F11C-6843-C73E-27677A40A984}" dt="2026-01-24T07:25:48.437" v="133"/>
        <pc:sldMkLst>
          <pc:docMk/>
          <pc:sldMk cId="3764405840" sldId="278"/>
        </pc:sldMkLst>
        <pc:picChg chg="add">
          <ac:chgData name="Yogesh Raje" userId="S::yogesh@edunetfoundation.org::9e0ba697-e1dc-452b-989f-11655901edb1" providerId="AD" clId="Web-{857E11F3-F11C-6843-C73E-27677A40A984}" dt="2026-01-24T07:25:48.437" v="133"/>
          <ac:picMkLst>
            <pc:docMk/>
            <pc:sldMk cId="3764405840" sldId="278"/>
            <ac:picMk id="5" creationId="{BD72C005-E1BD-D1EA-4A68-50937DBCE5A8}"/>
          </ac:picMkLst>
        </pc:picChg>
      </pc:sldChg>
      <pc:sldChg chg="addSp delSp modSp ord">
        <pc:chgData name="Yogesh Raje" userId="S::yogesh@edunetfoundation.org::9e0ba697-e1dc-452b-989f-11655901edb1" providerId="AD" clId="Web-{857E11F3-F11C-6843-C73E-27677A40A984}" dt="2026-01-24T07:26:03.906" v="138"/>
        <pc:sldMkLst>
          <pc:docMk/>
          <pc:sldMk cId="2772501912" sldId="279"/>
        </pc:sldMkLst>
        <pc:spChg chg="mod">
          <ac:chgData name="Yogesh Raje" userId="S::yogesh@edunetfoundation.org::9e0ba697-e1dc-452b-989f-11655901edb1" providerId="AD" clId="Web-{857E11F3-F11C-6843-C73E-27677A40A984}" dt="2026-01-24T07:20:31.261" v="73" actId="1076"/>
          <ac:spMkLst>
            <pc:docMk/>
            <pc:sldMk cId="2772501912" sldId="279"/>
            <ac:spMk id="2" creationId="{48079FEC-4447-C4FA-64A4-CB532564DAF6}"/>
          </ac:spMkLst>
        </pc:spChg>
        <pc:spChg chg="del mod">
          <ac:chgData name="Yogesh Raje" userId="S::yogesh@edunetfoundation.org::9e0ba697-e1dc-452b-989f-11655901edb1" providerId="AD" clId="Web-{857E11F3-F11C-6843-C73E-27677A40A984}" dt="2026-01-24T07:23:04.044" v="121"/>
          <ac:spMkLst>
            <pc:docMk/>
            <pc:sldMk cId="2772501912" sldId="279"/>
            <ac:spMk id="179" creationId="{B44D301C-393F-354F-3E88-518CAEB33CE6}"/>
          </ac:spMkLst>
        </pc:spChg>
        <pc:picChg chg="mod">
          <ac:chgData name="Yogesh Raje" userId="S::yogesh@edunetfoundation.org::9e0ba697-e1dc-452b-989f-11655901edb1" providerId="AD" clId="Web-{857E11F3-F11C-6843-C73E-27677A40A984}" dt="2026-01-24T07:22:57.528" v="119" actId="1076"/>
          <ac:picMkLst>
            <pc:docMk/>
            <pc:sldMk cId="2772501912" sldId="279"/>
            <ac:picMk id="3" creationId="{11BF3590-52D3-DC9D-2C84-E66D9597D77D}"/>
          </ac:picMkLst>
        </pc:picChg>
        <pc:picChg chg="add">
          <ac:chgData name="Yogesh Raje" userId="S::yogesh@edunetfoundation.org::9e0ba697-e1dc-452b-989f-11655901edb1" providerId="AD" clId="Web-{857E11F3-F11C-6843-C73E-27677A40A984}" dt="2026-01-24T07:26:03.906" v="138"/>
          <ac:picMkLst>
            <pc:docMk/>
            <pc:sldMk cId="2772501912" sldId="279"/>
            <ac:picMk id="5" creationId="{073ADE60-811A-97E9-24FE-F2F7F61FA469}"/>
          </ac:picMkLst>
        </pc:picChg>
      </pc:sldChg>
      <pc:sldChg chg="addSp">
        <pc:chgData name="Yogesh Raje" userId="S::yogesh@edunetfoundation.org::9e0ba697-e1dc-452b-989f-11655901edb1" providerId="AD" clId="Web-{857E11F3-F11C-6843-C73E-27677A40A984}" dt="2026-01-24T07:26:11.156" v="142"/>
        <pc:sldMkLst>
          <pc:docMk/>
          <pc:sldMk cId="2136706720" sldId="280"/>
        </pc:sldMkLst>
        <pc:picChg chg="add">
          <ac:chgData name="Yogesh Raje" userId="S::yogesh@edunetfoundation.org::9e0ba697-e1dc-452b-989f-11655901edb1" providerId="AD" clId="Web-{857E11F3-F11C-6843-C73E-27677A40A984}" dt="2026-01-24T07:26:11.156" v="142"/>
          <ac:picMkLst>
            <pc:docMk/>
            <pc:sldMk cId="2136706720" sldId="280"/>
            <ac:picMk id="3" creationId="{B96DCFED-2C83-7A17-CDB2-A4F4D4BBD1D5}"/>
          </ac:picMkLst>
        </pc:picChg>
      </pc:sldChg>
      <pc:sldChg chg="addSp modSp ord">
        <pc:chgData name="Yogesh Raje" userId="S::yogesh@edunetfoundation.org::9e0ba697-e1dc-452b-989f-11655901edb1" providerId="AD" clId="Web-{857E11F3-F11C-6843-C73E-27677A40A984}" dt="2026-01-24T07:26:01.437" v="137"/>
        <pc:sldMkLst>
          <pc:docMk/>
          <pc:sldMk cId="328526394" sldId="281"/>
        </pc:sldMkLst>
        <pc:spChg chg="mod">
          <ac:chgData name="Yogesh Raje" userId="S::yogesh@edunetfoundation.org::9e0ba697-e1dc-452b-989f-11655901edb1" providerId="AD" clId="Web-{857E11F3-F11C-6843-C73E-27677A40A984}" dt="2026-01-24T07:19:49.417" v="58" actId="20577"/>
          <ac:spMkLst>
            <pc:docMk/>
            <pc:sldMk cId="328526394" sldId="281"/>
            <ac:spMk id="135" creationId="{2A145802-2DD3-EEBA-7D44-210C05B98C91}"/>
          </ac:spMkLst>
        </pc:spChg>
        <pc:picChg chg="add">
          <ac:chgData name="Yogesh Raje" userId="S::yogesh@edunetfoundation.org::9e0ba697-e1dc-452b-989f-11655901edb1" providerId="AD" clId="Web-{857E11F3-F11C-6843-C73E-27677A40A984}" dt="2026-01-24T07:26:01.437" v="137"/>
          <ac:picMkLst>
            <pc:docMk/>
            <pc:sldMk cId="328526394" sldId="281"/>
            <ac:picMk id="4" creationId="{F55A7959-9FC6-1DAE-7A47-36165450EF19}"/>
          </ac:picMkLst>
        </pc:picChg>
      </pc:sldChg>
      <pc:sldChg chg="addSp delSp modSp">
        <pc:chgData name="Yogesh Raje" userId="S::yogesh@edunetfoundation.org::9e0ba697-e1dc-452b-989f-11655901edb1" providerId="AD" clId="Web-{857E11F3-F11C-6843-C73E-27677A40A984}" dt="2026-01-24T07:25:36.312" v="129"/>
        <pc:sldMkLst>
          <pc:docMk/>
          <pc:sldMk cId="2952584201" sldId="282"/>
        </pc:sldMkLst>
        <pc:spChg chg="add mod">
          <ac:chgData name="Yogesh Raje" userId="S::yogesh@edunetfoundation.org::9e0ba697-e1dc-452b-989f-11655901edb1" providerId="AD" clId="Web-{857E11F3-F11C-6843-C73E-27677A40A984}" dt="2026-01-24T07:18:16.009" v="45" actId="1076"/>
          <ac:spMkLst>
            <pc:docMk/>
            <pc:sldMk cId="2952584201" sldId="282"/>
            <ac:spMk id="3" creationId="{9C57FE32-8AA8-E540-E0AA-C9737C71A0E2}"/>
          </ac:spMkLst>
        </pc:spChg>
        <pc:picChg chg="add">
          <ac:chgData name="Yogesh Raje" userId="S::yogesh@edunetfoundation.org::9e0ba697-e1dc-452b-989f-11655901edb1" providerId="AD" clId="Web-{857E11F3-F11C-6843-C73E-27677A40A984}" dt="2026-01-24T07:25:36.312" v="129"/>
          <ac:picMkLst>
            <pc:docMk/>
            <pc:sldMk cId="2952584201" sldId="282"/>
            <ac:picMk id="5" creationId="{E7A64CCA-ED49-69BC-3595-2C1CBD5E6D02}"/>
          </ac:picMkLst>
        </pc:picChg>
        <pc:picChg chg="del">
          <ac:chgData name="Yogesh Raje" userId="S::yogesh@edunetfoundation.org::9e0ba697-e1dc-452b-989f-11655901edb1" providerId="AD" clId="Web-{857E11F3-F11C-6843-C73E-27677A40A984}" dt="2026-01-24T07:18:12.337" v="44"/>
          <ac:picMkLst>
            <pc:docMk/>
            <pc:sldMk cId="2952584201" sldId="282"/>
            <ac:picMk id="106" creationId="{286A03B7-10C8-4B3E-AB7E-1BEE35090A27}"/>
          </ac:picMkLst>
        </pc:picChg>
      </pc:sldChg>
      <pc:sldChg chg="addSp modSp">
        <pc:chgData name="Yogesh Raje" userId="S::yogesh@edunetfoundation.org::9e0ba697-e1dc-452b-989f-11655901edb1" providerId="AD" clId="Web-{857E11F3-F11C-6843-C73E-27677A40A984}" dt="2026-01-24T07:25:23.795" v="127" actId="1076"/>
        <pc:sldMkLst>
          <pc:docMk/>
          <pc:sldMk cId="957564641" sldId="283"/>
        </pc:sldMkLst>
        <pc:picChg chg="add mod">
          <ac:chgData name="Yogesh Raje" userId="S::yogesh@edunetfoundation.org::9e0ba697-e1dc-452b-989f-11655901edb1" providerId="AD" clId="Web-{857E11F3-F11C-6843-C73E-27677A40A984}" dt="2026-01-24T07:25:23.795" v="127" actId="1076"/>
          <ac:picMkLst>
            <pc:docMk/>
            <pc:sldMk cId="957564641" sldId="283"/>
            <ac:picMk id="4" creationId="{9270813B-BF9E-B61A-92D0-FA37C990652F}"/>
          </ac:picMkLst>
        </pc:picChg>
      </pc:sldChg>
      <pc:sldChg chg="addSp delSp modSp">
        <pc:chgData name="Yogesh Raje" userId="S::yogesh@edunetfoundation.org::9e0ba697-e1dc-452b-989f-11655901edb1" providerId="AD" clId="Web-{857E11F3-F11C-6843-C73E-27677A40A984}" dt="2026-01-24T07:26:05.640" v="139"/>
        <pc:sldMkLst>
          <pc:docMk/>
          <pc:sldMk cId="795043773" sldId="284"/>
        </pc:sldMkLst>
        <pc:spChg chg="mod">
          <ac:chgData name="Yogesh Raje" userId="S::yogesh@edunetfoundation.org::9e0ba697-e1dc-452b-989f-11655901edb1" providerId="AD" clId="Web-{857E11F3-F11C-6843-C73E-27677A40A984}" dt="2026-01-24T07:20:47.043" v="80" actId="14100"/>
          <ac:spMkLst>
            <pc:docMk/>
            <pc:sldMk cId="795043773" sldId="284"/>
            <ac:spMk id="2" creationId="{DD23FCBA-FC00-378F-C117-12DC1F4FD6E0}"/>
          </ac:spMkLst>
        </pc:spChg>
        <pc:spChg chg="del mod">
          <ac:chgData name="Yogesh Raje" userId="S::yogesh@edunetfoundation.org::9e0ba697-e1dc-452b-989f-11655901edb1" providerId="AD" clId="Web-{857E11F3-F11C-6843-C73E-27677A40A984}" dt="2026-01-24T07:22:53.903" v="118"/>
          <ac:spMkLst>
            <pc:docMk/>
            <pc:sldMk cId="795043773" sldId="284"/>
            <ac:spMk id="179" creationId="{6C4F1F88-83AE-DF8E-66C7-44F62D1C5252}"/>
          </ac:spMkLst>
        </pc:spChg>
        <pc:picChg chg="mod">
          <ac:chgData name="Yogesh Raje" userId="S::yogesh@edunetfoundation.org::9e0ba697-e1dc-452b-989f-11655901edb1" providerId="AD" clId="Web-{857E11F3-F11C-6843-C73E-27677A40A984}" dt="2026-01-24T07:22:39.606" v="115" actId="1076"/>
          <ac:picMkLst>
            <pc:docMk/>
            <pc:sldMk cId="795043773" sldId="284"/>
            <ac:picMk id="3" creationId="{D92F9EA0-945F-B25A-20C3-D63B1F62EF29}"/>
          </ac:picMkLst>
        </pc:picChg>
        <pc:picChg chg="add">
          <ac:chgData name="Yogesh Raje" userId="S::yogesh@edunetfoundation.org::9e0ba697-e1dc-452b-989f-11655901edb1" providerId="AD" clId="Web-{857E11F3-F11C-6843-C73E-27677A40A984}" dt="2026-01-24T07:26:05.640" v="139"/>
          <ac:picMkLst>
            <pc:docMk/>
            <pc:sldMk cId="795043773" sldId="284"/>
            <ac:picMk id="5" creationId="{C9B59E40-7B3E-CFB4-3FD9-6C10E068F0AF}"/>
          </ac:picMkLst>
        </pc:picChg>
      </pc:sldChg>
      <pc:sldChg chg="addSp delSp modSp">
        <pc:chgData name="Yogesh Raje" userId="S::yogesh@edunetfoundation.org::9e0ba697-e1dc-452b-989f-11655901edb1" providerId="AD" clId="Web-{857E11F3-F11C-6843-C73E-27677A40A984}" dt="2026-01-24T07:26:07.828" v="140"/>
        <pc:sldMkLst>
          <pc:docMk/>
          <pc:sldMk cId="1135684311" sldId="285"/>
        </pc:sldMkLst>
        <pc:spChg chg="mod">
          <ac:chgData name="Yogesh Raje" userId="S::yogesh@edunetfoundation.org::9e0ba697-e1dc-452b-989f-11655901edb1" providerId="AD" clId="Web-{857E11F3-F11C-6843-C73E-27677A40A984}" dt="2026-01-24T07:21:00.949" v="92" actId="14100"/>
          <ac:spMkLst>
            <pc:docMk/>
            <pc:sldMk cId="1135684311" sldId="285"/>
            <ac:spMk id="2" creationId="{6FFE5FD7-2292-570F-1397-1E9287F8CB9D}"/>
          </ac:spMkLst>
        </pc:spChg>
        <pc:spChg chg="del">
          <ac:chgData name="Yogesh Raje" userId="S::yogesh@edunetfoundation.org::9e0ba697-e1dc-452b-989f-11655901edb1" providerId="AD" clId="Web-{857E11F3-F11C-6843-C73E-27677A40A984}" dt="2026-01-24T07:22:36.918" v="114"/>
          <ac:spMkLst>
            <pc:docMk/>
            <pc:sldMk cId="1135684311" sldId="285"/>
            <ac:spMk id="179" creationId="{C99901E6-E51F-5E94-2543-5AC8E1E4E2C4}"/>
          </ac:spMkLst>
        </pc:spChg>
        <pc:picChg chg="mod">
          <ac:chgData name="Yogesh Raje" userId="S::yogesh@edunetfoundation.org::9e0ba697-e1dc-452b-989f-11655901edb1" providerId="AD" clId="Web-{857E11F3-F11C-6843-C73E-27677A40A984}" dt="2026-01-24T07:22:31.168" v="113" actId="1076"/>
          <ac:picMkLst>
            <pc:docMk/>
            <pc:sldMk cId="1135684311" sldId="285"/>
            <ac:picMk id="3" creationId="{49BD6667-B0AB-E1EE-4A88-EF769D5A1818}"/>
          </ac:picMkLst>
        </pc:picChg>
        <pc:picChg chg="add">
          <ac:chgData name="Yogesh Raje" userId="S::yogesh@edunetfoundation.org::9e0ba697-e1dc-452b-989f-11655901edb1" providerId="AD" clId="Web-{857E11F3-F11C-6843-C73E-27677A40A984}" dt="2026-01-24T07:26:07.828" v="140"/>
          <ac:picMkLst>
            <pc:docMk/>
            <pc:sldMk cId="1135684311" sldId="285"/>
            <ac:picMk id="5" creationId="{A9872FD1-7A0B-E5B9-638C-B95C4CCFE94C}"/>
          </ac:picMkLst>
        </pc:picChg>
      </pc:sldChg>
      <pc:sldChg chg="addSp delSp modSp">
        <pc:chgData name="Yogesh Raje" userId="S::yogesh@edunetfoundation.org::9e0ba697-e1dc-452b-989f-11655901edb1" providerId="AD" clId="Web-{857E11F3-F11C-6843-C73E-27677A40A984}" dt="2026-01-24T07:26:09.375" v="141"/>
        <pc:sldMkLst>
          <pc:docMk/>
          <pc:sldMk cId="1138841112" sldId="286"/>
        </pc:sldMkLst>
        <pc:spChg chg="mod">
          <ac:chgData name="Yogesh Raje" userId="S::yogesh@edunetfoundation.org::9e0ba697-e1dc-452b-989f-11655901edb1" providerId="AD" clId="Web-{857E11F3-F11C-6843-C73E-27677A40A984}" dt="2026-01-24T07:22:25.903" v="111" actId="1076"/>
          <ac:spMkLst>
            <pc:docMk/>
            <pc:sldMk cId="1138841112" sldId="286"/>
            <ac:spMk id="2" creationId="{CF9D04B6-7646-B3BF-9A84-684A467FADAB}"/>
          </ac:spMkLst>
        </pc:spChg>
        <pc:spChg chg="del">
          <ac:chgData name="Yogesh Raje" userId="S::yogesh@edunetfoundation.org::9e0ba697-e1dc-452b-989f-11655901edb1" providerId="AD" clId="Web-{857E11F3-F11C-6843-C73E-27677A40A984}" dt="2026-01-24T07:22:28.622" v="112"/>
          <ac:spMkLst>
            <pc:docMk/>
            <pc:sldMk cId="1138841112" sldId="286"/>
            <ac:spMk id="179" creationId="{66E12AB6-73BA-21A4-6368-DBC20717980B}"/>
          </ac:spMkLst>
        </pc:spChg>
        <pc:picChg chg="mod">
          <ac:chgData name="Yogesh Raje" userId="S::yogesh@edunetfoundation.org::9e0ba697-e1dc-452b-989f-11655901edb1" providerId="AD" clId="Web-{857E11F3-F11C-6843-C73E-27677A40A984}" dt="2026-01-24T07:22:21.981" v="110" actId="1076"/>
          <ac:picMkLst>
            <pc:docMk/>
            <pc:sldMk cId="1138841112" sldId="286"/>
            <ac:picMk id="3" creationId="{0C919C56-AC7B-B30B-24DD-FBA3E8E6701B}"/>
          </ac:picMkLst>
        </pc:picChg>
        <pc:picChg chg="add">
          <ac:chgData name="Yogesh Raje" userId="S::yogesh@edunetfoundation.org::9e0ba697-e1dc-452b-989f-11655901edb1" providerId="AD" clId="Web-{857E11F3-F11C-6843-C73E-27677A40A984}" dt="2026-01-24T07:26:09.375" v="141"/>
          <ac:picMkLst>
            <pc:docMk/>
            <pc:sldMk cId="1138841112" sldId="286"/>
            <ac:picMk id="5" creationId="{BF314CEB-36A0-2FF5-7F53-C10C910CAB03}"/>
          </ac:picMkLst>
        </pc:picChg>
      </pc:sldChg>
      <pc:sldChg chg="new del">
        <pc:chgData name="Yogesh Raje" userId="S::yogesh@edunetfoundation.org::9e0ba697-e1dc-452b-989f-11655901edb1" providerId="AD" clId="Web-{857E11F3-F11C-6843-C73E-27677A40A984}" dt="2026-01-24T07:15:01.913" v="1"/>
        <pc:sldMkLst>
          <pc:docMk/>
          <pc:sldMk cId="859120622" sldId="287"/>
        </pc:sldMkLst>
      </pc:sldChg>
      <pc:sldChg chg="addSp delSp modSp add replId">
        <pc:chgData name="Yogesh Raje" userId="S::yogesh@edunetfoundation.org::9e0ba697-e1dc-452b-989f-11655901edb1" providerId="AD" clId="Web-{857E11F3-F11C-6843-C73E-27677A40A984}" dt="2026-01-24T07:25:42.405" v="131"/>
        <pc:sldMkLst>
          <pc:docMk/>
          <pc:sldMk cId="1034139590" sldId="287"/>
        </pc:sldMkLst>
        <pc:spChg chg="add mod">
          <ac:chgData name="Yogesh Raje" userId="S::yogesh@edunetfoundation.org::9e0ba697-e1dc-452b-989f-11655901edb1" providerId="AD" clId="Web-{857E11F3-F11C-6843-C73E-27677A40A984}" dt="2026-01-24T07:17:36.446" v="31" actId="20577"/>
          <ac:spMkLst>
            <pc:docMk/>
            <pc:sldMk cId="1034139590" sldId="287"/>
            <ac:spMk id="3" creationId="{0A9D9ED1-DFE2-2CB1-E07B-2D3C44A85C9C}"/>
          </ac:spMkLst>
        </pc:spChg>
        <pc:picChg chg="add">
          <ac:chgData name="Yogesh Raje" userId="S::yogesh@edunetfoundation.org::9e0ba697-e1dc-452b-989f-11655901edb1" providerId="AD" clId="Web-{857E11F3-F11C-6843-C73E-27677A40A984}" dt="2026-01-24T07:25:42.405" v="131"/>
          <ac:picMkLst>
            <pc:docMk/>
            <pc:sldMk cId="1034139590" sldId="287"/>
            <ac:picMk id="5" creationId="{B04F3E9D-0527-2FF2-E87C-9369E2B678CF}"/>
          </ac:picMkLst>
        </pc:picChg>
        <pc:picChg chg="del">
          <ac:chgData name="Yogesh Raje" userId="S::yogesh@edunetfoundation.org::9e0ba697-e1dc-452b-989f-11655901edb1" providerId="AD" clId="Web-{857E11F3-F11C-6843-C73E-27677A40A984}" dt="2026-01-24T07:15:22.335" v="3"/>
          <ac:picMkLst>
            <pc:docMk/>
            <pc:sldMk cId="1034139590" sldId="287"/>
            <ac:picMk id="115" creationId="{150CD634-CE32-8549-99F8-CA4675C2F439}"/>
          </ac:picMkLst>
        </pc:picChg>
      </pc:sldChg>
      <pc:sldChg chg="addSp modSp add replId">
        <pc:chgData name="Yogesh Raje" userId="S::yogesh@edunetfoundation.org::9e0ba697-e1dc-452b-989f-11655901edb1" providerId="AD" clId="Web-{857E11F3-F11C-6843-C73E-27677A40A984}" dt="2026-01-24T07:25:45.921" v="132"/>
        <pc:sldMkLst>
          <pc:docMk/>
          <pc:sldMk cId="4281176502" sldId="288"/>
        </pc:sldMkLst>
        <pc:spChg chg="mod">
          <ac:chgData name="Yogesh Raje" userId="S::yogesh@edunetfoundation.org::9e0ba697-e1dc-452b-989f-11655901edb1" providerId="AD" clId="Web-{857E11F3-F11C-6843-C73E-27677A40A984}" dt="2026-01-24T07:17:29.946" v="29" actId="20577"/>
          <ac:spMkLst>
            <pc:docMk/>
            <pc:sldMk cId="4281176502" sldId="288"/>
            <ac:spMk id="3" creationId="{F987C414-2D49-9E5D-A5D6-CF94524B9BE5}"/>
          </ac:spMkLst>
        </pc:spChg>
        <pc:picChg chg="add">
          <ac:chgData name="Yogesh Raje" userId="S::yogesh@edunetfoundation.org::9e0ba697-e1dc-452b-989f-11655901edb1" providerId="AD" clId="Web-{857E11F3-F11C-6843-C73E-27677A40A984}" dt="2026-01-24T07:25:45.921" v="132"/>
          <ac:picMkLst>
            <pc:docMk/>
            <pc:sldMk cId="4281176502" sldId="288"/>
            <ac:picMk id="5" creationId="{2899F497-8CBE-8DC8-B6F2-DCAEF5D36669}"/>
          </ac:picMkLst>
        </pc:picChg>
      </pc:sldChg>
      <pc:sldChg chg="modSp add replId">
        <pc:chgData name="Yogesh Raje" userId="S::yogesh@edunetfoundation.org::9e0ba697-e1dc-452b-989f-11655901edb1" providerId="AD" clId="Web-{857E11F3-F11C-6843-C73E-27677A40A984}" dt="2026-01-24T07:27:35.250" v="160" actId="20577"/>
        <pc:sldMkLst>
          <pc:docMk/>
          <pc:sldMk cId="200156314" sldId="289"/>
        </pc:sldMkLst>
        <pc:spChg chg="mod">
          <ac:chgData name="Yogesh Raje" userId="S::yogesh@edunetfoundation.org::9e0ba697-e1dc-452b-989f-11655901edb1" providerId="AD" clId="Web-{857E11F3-F11C-6843-C73E-27677A40A984}" dt="2026-01-24T07:27:02.859" v="148" actId="20577"/>
          <ac:spMkLst>
            <pc:docMk/>
            <pc:sldMk cId="200156314" sldId="289"/>
            <ac:spMk id="278" creationId="{7BDA5ADF-C9A0-CA5D-844A-6AC3872A0D8C}"/>
          </ac:spMkLst>
        </pc:spChg>
        <pc:spChg chg="mod">
          <ac:chgData name="Yogesh Raje" userId="S::yogesh@edunetfoundation.org::9e0ba697-e1dc-452b-989f-11655901edb1" providerId="AD" clId="Web-{857E11F3-F11C-6843-C73E-27677A40A984}" dt="2026-01-24T07:27:35.250" v="160" actId="20577"/>
          <ac:spMkLst>
            <pc:docMk/>
            <pc:sldMk cId="200156314" sldId="289"/>
            <ac:spMk id="279" creationId="{AF5AFD00-74FD-B439-5973-23933ABD88E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2509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Monisha569/traffic-agen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a:t>
            </a:r>
            <a:r>
              <a:rPr lang="en-US" dirty="0" err="1"/>
              <a:t>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endParaRPr lang="en-US" b="1" i="1" dirty="0"/>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81943" y="121920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Alpha</a:t>
            </a:r>
            <a:endParaRPr dirty="0"/>
          </a:p>
        </p:txBody>
      </p:sp>
      <p:sp>
        <p:nvSpPr>
          <p:cNvPr id="95" name="Google Shape;95;p2"/>
          <p:cNvSpPr txBox="1"/>
          <p:nvPr/>
        </p:nvSpPr>
        <p:spPr>
          <a:xfrm>
            <a:off x="2190457" y="1490505"/>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50117024"/>
              </p:ext>
            </p:extLst>
          </p:nvPr>
        </p:nvGraphicFramePr>
        <p:xfrm>
          <a:off x="1575081" y="1865824"/>
          <a:ext cx="8313375" cy="4264954"/>
        </p:xfrm>
        <a:graphic>
          <a:graphicData uri="http://schemas.openxmlformats.org/drawingml/2006/table">
            <a:tbl>
              <a:tblPr>
                <a:noFill/>
                <a:tableStyleId>{0AAD8F4D-43EB-41E5-8A38-28AB6DFB1B60}</a:tableStyleId>
              </a:tblPr>
              <a:tblGrid>
                <a:gridCol w="2049862">
                  <a:extLst>
                    <a:ext uri="{9D8B030D-6E8A-4147-A177-3AD203B41FA5}">
                      <a16:colId xmlns:a16="http://schemas.microsoft.com/office/drawing/2014/main" val="20000"/>
                    </a:ext>
                  </a:extLst>
                </a:gridCol>
                <a:gridCol w="2100943">
                  <a:extLst>
                    <a:ext uri="{9D8B030D-6E8A-4147-A177-3AD203B41FA5}">
                      <a16:colId xmlns:a16="http://schemas.microsoft.com/office/drawing/2014/main" val="20002"/>
                    </a:ext>
                  </a:extLst>
                </a:gridCol>
                <a:gridCol w="2688772">
                  <a:extLst>
                    <a:ext uri="{9D8B030D-6E8A-4147-A177-3AD203B41FA5}">
                      <a16:colId xmlns:a16="http://schemas.microsoft.com/office/drawing/2014/main" val="20003"/>
                    </a:ext>
                  </a:extLst>
                </a:gridCol>
                <a:gridCol w="1473798">
                  <a:extLst>
                    <a:ext uri="{9D8B030D-6E8A-4147-A177-3AD203B41FA5}">
                      <a16:colId xmlns:a16="http://schemas.microsoft.com/office/drawing/2014/main" val="20004"/>
                    </a:ext>
                  </a:extLst>
                </a:gridCol>
              </a:tblGrid>
              <a:tr h="791500">
                <a:tc>
                  <a:txBody>
                    <a:bodyPr/>
                    <a:lstStyle/>
                    <a:p>
                      <a:pPr marL="0" marR="0" lvl="0" indent="0" algn="ctr" rtl="0">
                        <a:spcBef>
                          <a:spcPts val="0"/>
                        </a:spcBef>
                        <a:spcAft>
                          <a:spcPts val="0"/>
                        </a:spcAft>
                        <a:buNone/>
                      </a:pPr>
                      <a:r>
                        <a:rPr lang="en-US" sz="1800" u="none" strike="noStrike" cap="none" dirty="0"/>
                        <a:t>TEAM MEMBER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Phone number</a:t>
                      </a:r>
                      <a:endParaRPr/>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[WhatsApp]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60394">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latin typeface="+mj-lt"/>
                          <a:cs typeface="Times New Roman" panose="02020603050405020304" pitchFamily="18" charset="0"/>
                        </a:rPr>
                        <a:t>MONISHA  SRINIVAS</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monishasrinivas3@gmail.com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r>
                        <a:rPr lang="en-IN" dirty="0">
                          <a:latin typeface="+mj-lt"/>
                          <a:cs typeface="Times New Roman" panose="02020603050405020304" pitchFamily="18" charset="0"/>
                        </a:rPr>
                        <a:t>7019920243</a:t>
                      </a:r>
                      <a:endParaRPr dirty="0">
                        <a:latin typeface="+mj-lt"/>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219200">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latin typeface="+mj-lt"/>
                          <a:cs typeface="Times New Roman" panose="02020603050405020304" pitchFamily="18" charset="0"/>
                        </a:rPr>
                        <a:t>MANUSHREE S</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manumanusree51@gmail.com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endParaRPr lang="en-IN" dirty="0">
                        <a:latin typeface="+mj-lt"/>
                      </a:endParaRPr>
                    </a:p>
                    <a:p>
                      <a:pPr marL="0" marR="0" lvl="0" indent="0" algn="l" rtl="0">
                        <a:spcBef>
                          <a:spcPts val="0"/>
                        </a:spcBef>
                        <a:spcAft>
                          <a:spcPts val="0"/>
                        </a:spcAft>
                        <a:buNone/>
                      </a:pPr>
                      <a:r>
                        <a:rPr lang="en-IN" dirty="0">
                          <a:latin typeface="+mj-lt"/>
                          <a:cs typeface="Times New Roman" panose="02020603050405020304" pitchFamily="18" charset="0"/>
                        </a:rPr>
                        <a:t>9632484251</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970950">
                <a:tc>
                  <a:txBody>
                    <a:bodyPr/>
                    <a:lstStyle/>
                    <a:p>
                      <a:pPr marL="0" marR="0" lvl="0" indent="0" algn="l" rtl="0">
                        <a:spcBef>
                          <a:spcPts val="0"/>
                        </a:spcBef>
                        <a:spcAft>
                          <a:spcPts val="0"/>
                        </a:spcAft>
                        <a:buNone/>
                      </a:pPr>
                      <a:endParaRPr lang="en-IN" sz="14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endParaRPr lang="en-IN" sz="1400" dirty="0">
                        <a:latin typeface="Times New Roman" panose="02020603050405020304" pitchFamily="18" charset="0"/>
                        <a:cs typeface="Times New Roman" panose="02020603050405020304" pitchFamily="18" charset="0"/>
                      </a:endParaRPr>
                    </a:p>
                    <a:p>
                      <a:pPr marL="0" marR="0" lvl="0" indent="0" algn="l" rtl="0">
                        <a:spcBef>
                          <a:spcPts val="0"/>
                        </a:spcBef>
                        <a:spcAft>
                          <a:spcPts val="0"/>
                        </a:spcAft>
                        <a:buNone/>
                      </a:pPr>
                      <a:r>
                        <a:rPr lang="en-IN" sz="1400" dirty="0">
                          <a:latin typeface="+mj-lt"/>
                          <a:cs typeface="Times New Roman" panose="02020603050405020304" pitchFamily="18" charset="0"/>
                        </a:rPr>
                        <a:t>SANJANA BG</a:t>
                      </a:r>
                      <a:endParaRPr sz="1400" dirty="0">
                        <a:latin typeface="+mj-lt"/>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1800" dirty="0"/>
                    </a:p>
                    <a:p>
                      <a:pPr marL="0" marR="0" lvl="0" indent="0" algn="l" rtl="0">
                        <a:spcBef>
                          <a:spcPts val="0"/>
                        </a:spcBef>
                        <a:spcAft>
                          <a:spcPts val="0"/>
                        </a:spcAft>
                        <a:buNone/>
                      </a:pPr>
                      <a:r>
                        <a:rPr lang="en-IN" sz="1400" dirty="0">
                          <a:latin typeface="+mj-lt"/>
                          <a:cs typeface="Times New Roman" panose="02020603050405020304" pitchFamily="18" charset="0"/>
                        </a:rPr>
                        <a:t>bgsanjana1@gmail.com</a:t>
                      </a:r>
                      <a:endParaRPr sz="1400" dirty="0">
                        <a:latin typeface="+mj-lt"/>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sz="1800" dirty="0">
                        <a:latin typeface="+mj-lt"/>
                      </a:endParaRPr>
                    </a:p>
                    <a:p>
                      <a:pPr marL="0" marR="0" lvl="0" indent="0" algn="l" rtl="0">
                        <a:spcBef>
                          <a:spcPts val="0"/>
                        </a:spcBef>
                        <a:spcAft>
                          <a:spcPts val="0"/>
                        </a:spcAft>
                        <a:buNone/>
                      </a:pPr>
                      <a:r>
                        <a:rPr lang="en-IN" sz="1400" dirty="0">
                          <a:latin typeface="+mj-lt"/>
                          <a:cs typeface="Times New Roman" panose="02020603050405020304" pitchFamily="18" charset="0"/>
                        </a:rPr>
                        <a:t>8105877484</a:t>
                      </a:r>
                      <a:endParaRPr sz="1400" dirty="0">
                        <a:latin typeface="+mj-lt"/>
                        <a:cs typeface="Times New Roman" panose="02020603050405020304" pitchFamily="18" charset="0"/>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6" y="6315517"/>
            <a:ext cx="11520407" cy="310052"/>
          </a:xfrm>
          <a:prstGeom prst="rect">
            <a:avLst/>
          </a:prstGeom>
        </p:spPr>
      </p:pic>
      <p:pic>
        <p:nvPicPr>
          <p:cNvPr id="5" name="Picture 4">
            <a:extLst>
              <a:ext uri="{FF2B5EF4-FFF2-40B4-BE49-F238E27FC236}">
                <a16:creationId xmlns:a16="http://schemas.microsoft.com/office/drawing/2014/main" id="{6AC2BD9E-F400-4518-8C89-BA79B92D53D1}"/>
              </a:ext>
            </a:extLst>
          </p:cNvPr>
          <p:cNvPicPr>
            <a:picLocks noChangeAspect="1"/>
          </p:cNvPicPr>
          <p:nvPr/>
        </p:nvPicPr>
        <p:blipFill>
          <a:blip r:embed="rId4"/>
          <a:stretch>
            <a:fillRect/>
          </a:stretch>
        </p:blipFill>
        <p:spPr>
          <a:xfrm>
            <a:off x="4125687" y="2854426"/>
            <a:ext cx="1074283" cy="964304"/>
          </a:xfrm>
          <a:prstGeom prst="rect">
            <a:avLst/>
          </a:prstGeom>
        </p:spPr>
      </p:pic>
      <p:pic>
        <p:nvPicPr>
          <p:cNvPr id="7" name="Picture 6">
            <a:extLst>
              <a:ext uri="{FF2B5EF4-FFF2-40B4-BE49-F238E27FC236}">
                <a16:creationId xmlns:a16="http://schemas.microsoft.com/office/drawing/2014/main" id="{6A703BE6-2FFB-446A-A0FB-9707335DBAD2}"/>
              </a:ext>
            </a:extLst>
          </p:cNvPr>
          <p:cNvPicPr>
            <a:picLocks noChangeAspect="1"/>
          </p:cNvPicPr>
          <p:nvPr/>
        </p:nvPicPr>
        <p:blipFill>
          <a:blip r:embed="rId5"/>
          <a:stretch>
            <a:fillRect/>
          </a:stretch>
        </p:blipFill>
        <p:spPr>
          <a:xfrm>
            <a:off x="4176713" y="4042832"/>
            <a:ext cx="972230" cy="964305"/>
          </a:xfrm>
          <a:prstGeom prst="rect">
            <a:avLst/>
          </a:prstGeom>
        </p:spPr>
      </p:pic>
      <p:pic>
        <p:nvPicPr>
          <p:cNvPr id="9" name="Picture 8">
            <a:extLst>
              <a:ext uri="{FF2B5EF4-FFF2-40B4-BE49-F238E27FC236}">
                <a16:creationId xmlns:a16="http://schemas.microsoft.com/office/drawing/2014/main" id="{AD85AC85-43AE-44C0-B275-EBEC38119F27}"/>
              </a:ext>
            </a:extLst>
          </p:cNvPr>
          <p:cNvPicPr>
            <a:picLocks noChangeAspect="1"/>
          </p:cNvPicPr>
          <p:nvPr/>
        </p:nvPicPr>
        <p:blipFill>
          <a:blip r:embed="rId6"/>
          <a:stretch>
            <a:fillRect/>
          </a:stretch>
        </p:blipFill>
        <p:spPr>
          <a:xfrm>
            <a:off x="4097807" y="5218242"/>
            <a:ext cx="1039585" cy="8342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2" y="1188720"/>
            <a:ext cx="7616952" cy="3108543"/>
          </a:xfrm>
          <a:prstGeom prst="rect">
            <a:avLst/>
          </a:prstGeom>
          <a:noFill/>
        </p:spPr>
        <p:txBody>
          <a:bodyPr wrap="square" rtlCol="0">
            <a:spAutoFit/>
          </a:bodyPr>
          <a:lstStyle/>
          <a:p>
            <a:r>
              <a:rPr lang="en-IN" b="1" dirty="0"/>
              <a:t>Intelligent Agentic System for Traffic Flow Pattern Analysis</a:t>
            </a:r>
          </a:p>
          <a:p>
            <a:r>
              <a:rPr lang="en-IN" b="1" dirty="0"/>
              <a:t>The Challenge</a:t>
            </a:r>
          </a:p>
          <a:p>
            <a:r>
              <a:rPr lang="en-US" b="0" i="0" dirty="0">
                <a:solidFill>
                  <a:srgbClr val="0A0A0A"/>
                </a:solidFill>
                <a:effectLst/>
                <a:latin typeface="+mj-lt"/>
              </a:rPr>
              <a:t>Intelligent agentic systems for traffic flow pattern analysis face significant challenges related to:</a:t>
            </a:r>
          </a:p>
          <a:p>
            <a:pPr marL="285750" indent="-285750">
              <a:buFont typeface="Arial" panose="020B0604020202020204" pitchFamily="34" charset="0"/>
              <a:buChar char="•"/>
            </a:pPr>
            <a:r>
              <a:rPr lang="en-US" b="1" i="0" dirty="0">
                <a:solidFill>
                  <a:srgbClr val="0A0A0A"/>
                </a:solidFill>
                <a:effectLst/>
                <a:latin typeface="+mj-lt"/>
              </a:rPr>
              <a:t>Data Quality and Availability:</a:t>
            </a:r>
            <a:r>
              <a:rPr lang="en-US" b="0" i="0" dirty="0">
                <a:solidFill>
                  <a:srgbClr val="0A0A0A"/>
                </a:solidFill>
                <a:effectLst/>
                <a:latin typeface="+mj-lt"/>
              </a:rPr>
              <a:t> Agentic systems require continuous streams of high-quality, real-time data from various sources like sensors and cameras</a:t>
            </a:r>
            <a:r>
              <a:rPr lang="en-US" b="0" i="0" dirty="0">
                <a:solidFill>
                  <a:srgbClr val="0A0A0A"/>
                </a:solidFill>
                <a:effectLst/>
                <a:latin typeface="Google Sans"/>
              </a:rPr>
              <a:t>.</a:t>
            </a:r>
          </a:p>
          <a:p>
            <a:pPr marL="285750" indent="-285750">
              <a:buFont typeface="Arial" panose="020B0604020202020204" pitchFamily="34" charset="0"/>
              <a:buChar char="•"/>
            </a:pPr>
            <a:r>
              <a:rPr lang="en-US" b="1" i="0" dirty="0">
                <a:solidFill>
                  <a:srgbClr val="0A0A0A"/>
                </a:solidFill>
                <a:effectLst/>
                <a:latin typeface="+mj-lt"/>
              </a:rPr>
              <a:t>Integration with Legacy Systems:</a:t>
            </a:r>
            <a:r>
              <a:rPr lang="en-US" b="0" i="0" dirty="0">
                <a:solidFill>
                  <a:srgbClr val="0A0A0A"/>
                </a:solidFill>
                <a:effectLst/>
                <a:latin typeface="+mj-lt"/>
              </a:rPr>
              <a:t> Many existing traffic management systems use older infrastructure not designed for advanced AI.</a:t>
            </a:r>
          </a:p>
          <a:p>
            <a:pPr marL="285750" indent="-285750">
              <a:buFont typeface="Arial" panose="020B0604020202020204" pitchFamily="34" charset="0"/>
              <a:buChar char="•"/>
            </a:pPr>
            <a:r>
              <a:rPr lang="en-US" b="1" i="0" dirty="0">
                <a:solidFill>
                  <a:srgbClr val="0A0A0A"/>
                </a:solidFill>
                <a:effectLst/>
                <a:latin typeface="+mj-lt"/>
              </a:rPr>
              <a:t>Coordination Complexity:</a:t>
            </a:r>
            <a:r>
              <a:rPr lang="en-US" b="0" i="0" dirty="0">
                <a:solidFill>
                  <a:srgbClr val="0A0A0A"/>
                </a:solidFill>
                <a:effectLst/>
                <a:latin typeface="+mj-lt"/>
              </a:rPr>
              <a:t> In multi-agent systems, ensuring agents coordinate effectively and work toward a unified goal is difficult.</a:t>
            </a:r>
          </a:p>
          <a:p>
            <a:pPr marL="285750" indent="-285750">
              <a:buFont typeface="Arial" panose="020B0604020202020204" pitchFamily="34" charset="0"/>
              <a:buChar char="•"/>
            </a:pPr>
            <a:r>
              <a:rPr lang="en-US" b="1" i="0" dirty="0">
                <a:solidFill>
                  <a:srgbClr val="0A0A0A"/>
                </a:solidFill>
                <a:effectLst/>
                <a:latin typeface="+mj-lt"/>
              </a:rPr>
              <a:t>Security and Privacy Risks:</a:t>
            </a:r>
            <a:r>
              <a:rPr lang="en-US" b="0" i="0" dirty="0">
                <a:solidFill>
                  <a:srgbClr val="0A0A0A"/>
                </a:solidFill>
                <a:effectLst/>
                <a:latin typeface="+mj-lt"/>
              </a:rPr>
              <a:t> Agentic systems collect vast amounts of data, including location information from GPS and surveillance footage</a:t>
            </a:r>
          </a:p>
          <a:p>
            <a:pPr marL="285750" indent="-285750">
              <a:buFont typeface="Arial" panose="020B0604020202020204" pitchFamily="34" charset="0"/>
              <a:buChar char="•"/>
            </a:pPr>
            <a:r>
              <a:rPr lang="en-US" b="1" i="0" dirty="0">
                <a:solidFill>
                  <a:srgbClr val="0A0A0A"/>
                </a:solidFill>
                <a:effectLst/>
                <a:latin typeface="+mj-lt"/>
              </a:rPr>
              <a:t>Real-Time Processing:</a:t>
            </a:r>
            <a:r>
              <a:rPr lang="en-US" b="0" i="0" dirty="0">
                <a:solidFill>
                  <a:srgbClr val="0A0A0A"/>
                </a:solidFill>
                <a:effectLst/>
                <a:latin typeface="+mj-lt"/>
              </a:rPr>
              <a:t> Traffic conditions are dynamic and influenced by unpredictable factors like accidents or sudden weather changes.</a:t>
            </a:r>
          </a:p>
          <a:p>
            <a:endParaRPr lang="en-IN" b="1" dirty="0"/>
          </a:p>
        </p:txBody>
      </p:sp>
      <p:sp>
        <p:nvSpPr>
          <p:cNvPr id="3" name="TextBox 2">
            <a:extLst>
              <a:ext uri="{FF2B5EF4-FFF2-40B4-BE49-F238E27FC236}">
                <a16:creationId xmlns:a16="http://schemas.microsoft.com/office/drawing/2014/main" id="{9C57FE32-8AA8-E540-E0AA-C9737C71A0E2}"/>
              </a:ext>
            </a:extLst>
          </p:cNvPr>
          <p:cNvSpPr txBox="1"/>
          <p:nvPr/>
        </p:nvSpPr>
        <p:spPr>
          <a:xfrm>
            <a:off x="805056" y="44769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2F548320-B634-92CD-C520-43B25557F859}"/>
              </a:ext>
            </a:extLst>
          </p:cNvPr>
          <p:cNvSpPr txBox="1"/>
          <p:nvPr/>
        </p:nvSpPr>
        <p:spPr>
          <a:xfrm>
            <a:off x="893255" y="741143"/>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7" name="TextBox 6">
            <a:extLst>
              <a:ext uri="{FF2B5EF4-FFF2-40B4-BE49-F238E27FC236}">
                <a16:creationId xmlns:a16="http://schemas.microsoft.com/office/drawing/2014/main" id="{99B1277F-CB6F-4F20-8E61-EFD22673E3FE}"/>
              </a:ext>
            </a:extLst>
          </p:cNvPr>
          <p:cNvSpPr txBox="1"/>
          <p:nvPr/>
        </p:nvSpPr>
        <p:spPr>
          <a:xfrm>
            <a:off x="893255" y="1488053"/>
            <a:ext cx="10210174" cy="2677656"/>
          </a:xfrm>
          <a:prstGeom prst="rect">
            <a:avLst/>
          </a:prstGeom>
          <a:noFill/>
        </p:spPr>
        <p:txBody>
          <a:bodyPr wrap="square">
            <a:spAutoFit/>
          </a:bodyPr>
          <a:lstStyle/>
          <a:p>
            <a:pPr marL="285750" indent="-285750">
              <a:buFont typeface="Arial" panose="020B0604020202020204" pitchFamily="34" charset="0"/>
              <a:buChar char="•"/>
            </a:pPr>
            <a:r>
              <a:rPr lang="en-US" dirty="0"/>
              <a:t>The proposed solution introduces an Intelligent Agentic System designed to autonomously analyze, interpret, and predict traffic flow patterns using artificial intelligence and agent-based reasoning</a:t>
            </a:r>
            <a:r>
              <a:rPr lang="en-US" dirty="0" smtClean="0"/>
              <a:t>.</a:t>
            </a:r>
          </a:p>
          <a:p>
            <a:pPr marL="285750" indent="-285750">
              <a:buFont typeface="Arial" panose="020B0604020202020204" pitchFamily="34" charset="0"/>
              <a:buChar char="•"/>
            </a:pPr>
            <a:r>
              <a:rPr lang="en-US" dirty="0" smtClean="0"/>
              <a:t> </a:t>
            </a:r>
            <a:r>
              <a:rPr lang="en-US" dirty="0"/>
              <a:t>The system addresses the limitations of traditional traffic management approaches by enabling real-time, adaptive, and explainable traffic analysis.</a:t>
            </a:r>
          </a:p>
          <a:p>
            <a:pPr marL="285750" indent="-285750">
              <a:buFont typeface="Arial" panose="020B0604020202020204" pitchFamily="34" charset="0"/>
              <a:buChar char="•"/>
            </a:pPr>
            <a:r>
              <a:rPr lang="en-US" dirty="0"/>
              <a:t>The architecture of the proposed system consists of a layered, modular framework that integrates data acquisition, intelligent agent reasoning, and AI-driven analytics to support effective traffic management and decision-making.</a:t>
            </a:r>
          </a:p>
          <a:p>
            <a:pPr marL="285750" indent="-285750">
              <a:buFont typeface="Arial" panose="020B0604020202020204" pitchFamily="34" charset="0"/>
              <a:buChar char="•"/>
            </a:pPr>
            <a:r>
              <a:rPr lang="en-US" dirty="0" smtClean="0"/>
              <a:t>The </a:t>
            </a:r>
            <a:r>
              <a:rPr lang="en-US" dirty="0"/>
              <a:t>core of the proposed solution is an intelligent agentic layer, where domain-specific agents are defined with explicit roles and objectives. These agents are responsible for analyzing traffic patterns, identifying congestion levels, detecting peak hours, and recognizing anomalous traffic conditions. Each agent operates autonomously while collaborating with other agents through structured prompts and shared context, enabling coordinated and scalable reasoning.</a:t>
            </a:r>
          </a:p>
          <a:p>
            <a:pPr marL="285750" indent="-285750">
              <a:buFont typeface="Arial" panose="020B0604020202020204" pitchFamily="34" charset="0"/>
              <a:buChar char="•"/>
            </a:pPr>
            <a:r>
              <a:rPr lang="en-US" dirty="0" smtClean="0"/>
              <a:t>The </a:t>
            </a:r>
            <a:r>
              <a:rPr lang="en-US" dirty="0"/>
              <a:t>proposed solution supports real-time analysis, predictive insights, and extensibility, allowing future integration with smart traffic </a:t>
            </a:r>
            <a:r>
              <a:rPr lang="en-US" dirty="0" smtClean="0"/>
              <a:t>signals, </a:t>
            </a:r>
            <a:r>
              <a:rPr lang="en-US" dirty="0"/>
              <a:t>and connected vehicle </a:t>
            </a:r>
            <a:r>
              <a:rPr lang="en-US" dirty="0" smtClean="0"/>
              <a:t>infrastructures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0A9D9ED1-DFE2-2CB1-E07B-2D3C44A85C9C}"/>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7" name="TextBox 6">
            <a:extLst>
              <a:ext uri="{FF2B5EF4-FFF2-40B4-BE49-F238E27FC236}">
                <a16:creationId xmlns:a16="http://schemas.microsoft.com/office/drawing/2014/main" id="{09F13249-8F31-4C7C-B01F-05FC276C6E02}"/>
              </a:ext>
            </a:extLst>
          </p:cNvPr>
          <p:cNvSpPr txBox="1"/>
          <p:nvPr/>
        </p:nvSpPr>
        <p:spPr>
          <a:xfrm>
            <a:off x="1034441" y="1447457"/>
            <a:ext cx="10493530" cy="2462213"/>
          </a:xfrm>
          <a:prstGeom prst="rect">
            <a:avLst/>
          </a:prstGeom>
          <a:noFill/>
        </p:spPr>
        <p:txBody>
          <a:bodyPr wrap="square">
            <a:spAutoFit/>
          </a:bodyPr>
          <a:lstStyle/>
          <a:p>
            <a:r>
              <a:rPr lang="en-US" dirty="0"/>
              <a:t>Rapid urbanization and the exponential growth of vehicular traffic have significantly increased the complexity of traffic management in modern cities. Conventional traffic management systems are largely static and rule-based, relying on predefined signal timings and manual supervision. Such systems are inadequate for handling dynamic and unpredictable traffic conditions caused by accidents, weather variations, public events, and fluctuating travel demand. </a:t>
            </a:r>
            <a:endParaRPr lang="en-US" dirty="0" smtClean="0"/>
          </a:p>
          <a:p>
            <a:endParaRPr lang="en-US" dirty="0"/>
          </a:p>
          <a:p>
            <a:r>
              <a:rPr lang="en-US" dirty="0"/>
              <a:t>Modern traffic environments generate vast volumes of heterogeneous data from multiple sources, including road sensors, surveillance cameras, GPS-enabled vehicles, and mobile applications. Processing and interpreting this data in real time exceeds human cognitive capabilities and the limitations of traditional analytical methods. Intelligent agentic systems, equipped with autonomous reasoning and decision-making capabilities, are essential to effectively analyze complex traffic patterns and derive meaningful insights from continuously evolving data streams.</a:t>
            </a:r>
          </a:p>
          <a:p>
            <a:endParaRPr lang="en-US" dirty="0"/>
          </a:p>
        </p:txBody>
      </p:sp>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1273CA-7EF7-F715-EF93-66F231F3ABD1}"/>
              </a:ext>
            </a:extLst>
          </p:cNvPr>
          <p:cNvSpPr txBox="1"/>
          <p:nvPr/>
        </p:nvSpPr>
        <p:spPr>
          <a:xfrm>
            <a:off x="1005840" y="1584102"/>
            <a:ext cx="10268712" cy="3539430"/>
          </a:xfrm>
          <a:prstGeom prst="rect">
            <a:avLst/>
          </a:prstGeom>
          <a:noFill/>
        </p:spPr>
        <p:txBody>
          <a:bodyPr wrap="square" rtlCol="0">
            <a:spAutoFit/>
          </a:bodyPr>
          <a:lstStyle/>
          <a:p>
            <a:r>
              <a:rPr lang="en-US" dirty="0"/>
              <a:t>An Intelligent Agentic System for Traffic Flow Pattern Analysis is designed to support a wide range of stakeholders involved in urban transportation planning, operation, and policy-making. The primary end users of the system are as follows.:</a:t>
            </a:r>
          </a:p>
          <a:p>
            <a:r>
              <a:rPr lang="en-US" b="1" dirty="0"/>
              <a:t>1. Traffic Management Authorities</a:t>
            </a:r>
          </a:p>
          <a:p>
            <a:r>
              <a:rPr lang="en-US" dirty="0"/>
              <a:t>Traffic control centers and municipal transportation departments are the principal end users of the system. These authorities utilize intelligent traffic analysis to monitor real-time traffic conditions, identify congestion hotspots, optimize signal timings, and coordinate incident response. The system supports data-driven operational decision-making and enhances overall traffic network efficiency.</a:t>
            </a:r>
          </a:p>
          <a:p>
            <a:r>
              <a:rPr lang="en-US" b="1" dirty="0"/>
              <a:t>2. Urban Planners and Policy Makers</a:t>
            </a:r>
          </a:p>
          <a:p>
            <a:r>
              <a:rPr lang="en-US" dirty="0"/>
              <a:t>Urban planners and government policymakers use the system to analyze long-term traffic patterns, assess infrastructure performance, and evaluate the impact of transportation policies. Predictive and simulation capabilities enable informed planning of road expansions, public transport systems, and smart city initiatives.</a:t>
            </a:r>
          </a:p>
          <a:p>
            <a:r>
              <a:rPr lang="en-US" b="1" dirty="0"/>
              <a:t>3. Smart City Administrators</a:t>
            </a:r>
          </a:p>
          <a:p>
            <a:r>
              <a:rPr lang="en-US" dirty="0"/>
              <a:t>Smart city authorities integrate the system within broader urban digital platforms to achieve sustainable and intelligent transportation management. The agentic system contributes to coordinated city-wide operations by enabling interoperability with other smart infrastructure components.</a:t>
            </a:r>
          </a:p>
          <a:p>
            <a:endParaRPr lang="en-IN" dirty="0"/>
          </a:p>
        </p:txBody>
      </p:sp>
      <p:sp>
        <p:nvSpPr>
          <p:cNvPr id="3" name="TextBox 2">
            <a:extLst>
              <a:ext uri="{FF2B5EF4-FFF2-40B4-BE49-F238E27FC236}">
                <a16:creationId xmlns:a16="http://schemas.microsoft.com/office/drawing/2014/main" id="{F987C414-2D49-9E5D-A5D6-CF94524B9BE5}"/>
              </a:ext>
            </a:extLst>
          </p:cNvPr>
          <p:cNvSpPr txBox="1"/>
          <p:nvPr/>
        </p:nvSpPr>
        <p:spPr>
          <a:xfrm>
            <a:off x="1034441" y="52494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124206"/>
          </a:xfrm>
          <a:prstGeom prst="rect">
            <a:avLst/>
          </a:prstGeom>
          <a:noFill/>
        </p:spPr>
        <p:txBody>
          <a:bodyPr wrap="square" rtlCol="0">
            <a:spAutoFit/>
          </a:bodyPr>
          <a:lstStyle/>
          <a:p>
            <a:pPr marL="285750" indent="-285750">
              <a:buFont typeface="Arial" panose="020B0604020202020204" pitchFamily="34" charset="0"/>
              <a:buChar char="•"/>
            </a:pPr>
            <a:r>
              <a:rPr lang="en-US" sz="1800" dirty="0" err="1"/>
              <a:t>Langflow</a:t>
            </a:r>
            <a:r>
              <a:rPr lang="en-US" sz="1800" dirty="0"/>
              <a:t> platform</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Langflow</a:t>
            </a:r>
            <a:r>
              <a:rPr lang="en-US" sz="1800" dirty="0"/>
              <a:t> component name –  Agent  , Chat input , Chat output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a:t>
            </a:r>
            <a:r>
              <a:rPr lang="en-US" sz="1800" dirty="0" err="1"/>
              <a:t>Grainte</a:t>
            </a:r>
            <a:r>
              <a:rPr lang="en-US" sz="1800" dirty="0"/>
              <a:t> model -  for </a:t>
            </a:r>
            <a:r>
              <a:rPr lang="en-US" sz="1800" dirty="0" err="1"/>
              <a:t>eg</a:t>
            </a:r>
            <a:r>
              <a:rPr lang="en-US" sz="1800" dirty="0"/>
              <a:t> – ibm-granite-3-2-8b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a:t>
            </a:r>
          </a:p>
          <a:p>
            <a:endParaRPr lang="en-US" sz="1800" dirty="0"/>
          </a:p>
          <a:p>
            <a:pPr marL="285750" indent="-285750">
              <a:buFont typeface="Arial" panose="020B0604020202020204" pitchFamily="34" charset="0"/>
              <a:buChar char="•"/>
            </a:pPr>
            <a:r>
              <a:rPr lang="en-US" sz="1800" dirty="0"/>
              <a:t>IBM Watsonx.ai</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err="1"/>
              <a:t>Watsonx</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First platform merging micro‑climate sensing, </a:t>
            </a:r>
            <a:r>
              <a:rPr lang="en-US" sz="1850" b="0" i="0" u="none" strike="noStrike" cap="none" dirty="0" err="1">
                <a:solidFill>
                  <a:srgbClr val="2B3541"/>
                </a:solidFill>
                <a:latin typeface="Times New Roman"/>
                <a:ea typeface="Times New Roman"/>
                <a:cs typeface="Times New Roman"/>
                <a:sym typeface="Times New Roman"/>
              </a:rPr>
              <a:t>GenAI</a:t>
            </a:r>
            <a:r>
              <a:rPr lang="en-US" sz="1850" b="0" i="0" u="none" strike="noStrike" cap="none" dirty="0">
                <a:solidFill>
                  <a:srgbClr val="2B3541"/>
                </a:solidFill>
                <a:latin typeface="Times New Roman"/>
                <a:ea typeface="Times New Roman"/>
                <a:cs typeface="Times New Roman"/>
                <a:sym typeface="Times New Roman"/>
              </a:rPr>
              <a:t>, and policy</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retrieval for urban adaptation.</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Uses non‑wearable, rooftop nodes—cheaper and easier to deploy</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city‑wide.</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Granite‑guarded outputs ensure bias‑free, regulation‑compliant</a:t>
            </a:r>
            <a:endParaRPr dirty="0"/>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advice.</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dirty="0">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C7975454-5804-4941-8EAE-0A6006259957}"/>
              </a:ext>
            </a:extLst>
          </p:cNvPr>
          <p:cNvPicPr>
            <a:picLocks noChangeAspect="1"/>
          </p:cNvPicPr>
          <p:nvPr/>
        </p:nvPicPr>
        <p:blipFill>
          <a:blip r:embed="rId4"/>
          <a:stretch>
            <a:fillRect/>
          </a:stretch>
        </p:blipFill>
        <p:spPr>
          <a:xfrm>
            <a:off x="1502229" y="1143000"/>
            <a:ext cx="8937171" cy="466997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err="1">
                <a:solidFill>
                  <a:srgbClr val="051D3A"/>
                </a:solidFill>
                <a:ea typeface="Times New Roman"/>
                <a:cs typeface="Times New Roman"/>
                <a:sym typeface="Times New Roman"/>
              </a:rPr>
              <a:t>Langflow</a:t>
            </a:r>
            <a:r>
              <a:rPr lang="en-US" sz="2400" b="1" i="0" u="none" strike="noStrike" cap="none" dirty="0">
                <a:solidFill>
                  <a:srgbClr val="051D3A"/>
                </a:solidFill>
                <a:ea typeface="Times New Roman"/>
                <a:cs typeface="Times New Roman"/>
                <a:sym typeface="Times New Roman"/>
              </a:rPr>
              <a:t> component Used </a:t>
            </a:r>
            <a:endParaRPr lang="en-US" sz="2400" b="1" i="0" u="none" strike="noStrike" cap="none">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1389888"/>
            <a:ext cx="8823960" cy="4185761"/>
          </a:xfrm>
          <a:prstGeom prst="rect">
            <a:avLst/>
          </a:prstGeom>
          <a:noFill/>
        </p:spPr>
        <p:txBody>
          <a:bodyPr wrap="square" rtlCol="0">
            <a:spAutoFit/>
          </a:bodyPr>
          <a:lstStyle/>
          <a:p>
            <a:r>
              <a:rPr lang="en-US" dirty="0"/>
              <a:t>Explain the use of each </a:t>
            </a:r>
            <a:r>
              <a:rPr lang="en-US" dirty="0" err="1"/>
              <a:t>langflow</a:t>
            </a:r>
            <a:r>
              <a:rPr lang="en-US" dirty="0"/>
              <a:t> component  used into you project</a:t>
            </a:r>
          </a:p>
          <a:p>
            <a:endParaRPr lang="en-US" dirty="0"/>
          </a:p>
          <a:p>
            <a:endParaRPr lang="en-US" dirty="0"/>
          </a:p>
          <a:p>
            <a:r>
              <a:rPr lang="en-US" dirty="0"/>
              <a:t>1)Chat Input – Text input and prompt template.,</a:t>
            </a:r>
            <a:r>
              <a:rPr lang="en-US" sz="1400" dirty="0"/>
              <a:t> IBM Watsonx.ai</a:t>
            </a:r>
          </a:p>
          <a:p>
            <a:endParaRPr lang="en-US" dirty="0"/>
          </a:p>
          <a:p>
            <a:r>
              <a:rPr lang="en-US" dirty="0"/>
              <a:t>2) IBM </a:t>
            </a:r>
            <a:r>
              <a:rPr lang="en-US" dirty="0" err="1"/>
              <a:t>Watsonx</a:t>
            </a:r>
            <a:r>
              <a:rPr lang="en-US" dirty="0"/>
              <a:t> AI Agent</a:t>
            </a:r>
          </a:p>
          <a:p>
            <a:endParaRPr lang="en-US" dirty="0"/>
          </a:p>
          <a:p>
            <a:pPr marL="342900" indent="-342900">
              <a:buAutoNum type="arabicParenR" startAt="3"/>
            </a:pPr>
            <a:r>
              <a:rPr lang="en-US" dirty="0"/>
              <a:t>File component</a:t>
            </a:r>
          </a:p>
          <a:p>
            <a:pPr marL="342900" indent="-342900">
              <a:buAutoNum type="arabicParenR" startAt="3"/>
            </a:pPr>
            <a:endParaRPr lang="en-US" dirty="0"/>
          </a:p>
          <a:p>
            <a:pPr marL="342900" indent="-342900">
              <a:buAutoNum type="arabicParenR" startAt="3"/>
            </a:pPr>
            <a:r>
              <a:rPr lang="en-US" dirty="0"/>
              <a:t>Chat output </a:t>
            </a:r>
          </a:p>
          <a:p>
            <a:endParaRPr lang="en-US" dirty="0"/>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690A5A6E-8700-4D15-93BF-74371DB53AA7}"/>
              </a:ext>
            </a:extLst>
          </p:cNvPr>
          <p:cNvPicPr>
            <a:picLocks noChangeAspect="1"/>
          </p:cNvPicPr>
          <p:nvPr/>
        </p:nvPicPr>
        <p:blipFill>
          <a:blip r:embed="rId4"/>
          <a:stretch>
            <a:fillRect/>
          </a:stretch>
        </p:blipFill>
        <p:spPr>
          <a:xfrm>
            <a:off x="1119576" y="892627"/>
            <a:ext cx="9613738" cy="490945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23FCBA-FC00-378F-C117-12DC1F4FD6E0}"/>
              </a:ext>
            </a:extLst>
          </p:cNvPr>
          <p:cNvSpPr txBox="1"/>
          <p:nvPr/>
        </p:nvSpPr>
        <p:spPr>
          <a:xfrm>
            <a:off x="1065320" y="138955"/>
            <a:ext cx="546666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p>
        </p:txBody>
      </p:sp>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47956575-A12E-4ED0-ADDA-7FF756F82E35}"/>
              </a:ext>
            </a:extLst>
          </p:cNvPr>
          <p:cNvPicPr>
            <a:picLocks noChangeAspect="1"/>
          </p:cNvPicPr>
          <p:nvPr/>
        </p:nvPicPr>
        <p:blipFill>
          <a:blip r:embed="rId4"/>
          <a:stretch>
            <a:fillRect/>
          </a:stretch>
        </p:blipFill>
        <p:spPr>
          <a:xfrm>
            <a:off x="1534886" y="990600"/>
            <a:ext cx="9307285" cy="4746171"/>
          </a:xfrm>
          <a:prstGeom prst="rect">
            <a:avLst/>
          </a:prstGeom>
        </p:spPr>
      </p:pic>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FE5FD7-2292-570F-1397-1E9287F8CB9D}"/>
              </a:ext>
            </a:extLst>
          </p:cNvPr>
          <p:cNvSpPr txBox="1"/>
          <p:nvPr/>
        </p:nvSpPr>
        <p:spPr>
          <a:xfrm>
            <a:off x="1065320" y="138955"/>
            <a:ext cx="526071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1</a:t>
            </a:r>
            <a:endParaRPr lang="en-US" dirty="0"/>
          </a:p>
        </p:txBody>
      </p:sp>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1EDC400-7509-4CD6-BC9C-7CA130B5822E}"/>
              </a:ext>
            </a:extLst>
          </p:cNvPr>
          <p:cNvPicPr>
            <a:picLocks noChangeAspect="1"/>
          </p:cNvPicPr>
          <p:nvPr/>
        </p:nvPicPr>
        <p:blipFill>
          <a:blip r:embed="rId4"/>
          <a:stretch>
            <a:fillRect/>
          </a:stretch>
        </p:blipFill>
        <p:spPr>
          <a:xfrm>
            <a:off x="1371601" y="1051560"/>
            <a:ext cx="9535886" cy="4754880"/>
          </a:xfrm>
          <a:prstGeom prst="rect">
            <a:avLst/>
          </a:prstGeom>
        </p:spPr>
      </p:pic>
      <p:sp>
        <p:nvSpPr>
          <p:cNvPr id="8" name="TextBox 7">
            <a:extLst>
              <a:ext uri="{FF2B5EF4-FFF2-40B4-BE49-F238E27FC236}">
                <a16:creationId xmlns:a16="http://schemas.microsoft.com/office/drawing/2014/main" id="{3851178E-9CA2-4B17-B1E3-D366046BDCA3}"/>
              </a:ext>
            </a:extLst>
          </p:cNvPr>
          <p:cNvSpPr txBox="1"/>
          <p:nvPr/>
        </p:nvSpPr>
        <p:spPr>
          <a:xfrm>
            <a:off x="3048000" y="3275112"/>
            <a:ext cx="6096000" cy="307777"/>
          </a:xfrm>
          <a:prstGeom prst="rect">
            <a:avLst/>
          </a:prstGeom>
          <a:noFill/>
        </p:spPr>
        <p:txBody>
          <a:bodyPr wrap="square">
            <a:spAutoFit/>
          </a:bodyPr>
          <a:lstStyle/>
          <a:p>
            <a:r>
              <a:rPr lang="en-US" sz="1400" b="1" dirty="0"/>
              <a:t>Output Screenshot 1</a:t>
            </a:r>
            <a:endParaRPr lang="en-US" dirty="0"/>
          </a:p>
        </p:txBody>
      </p:sp>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1ABE6-455A-4E5E-A1C7-D2560A41DC8E}"/>
              </a:ext>
            </a:extLst>
          </p:cNvPr>
          <p:cNvSpPr>
            <a:spLocks noGrp="1"/>
          </p:cNvSpPr>
          <p:nvPr>
            <p:ph type="title"/>
          </p:nvPr>
        </p:nvSpPr>
        <p:spPr>
          <a:xfrm>
            <a:off x="838200" y="365125"/>
            <a:ext cx="10515600" cy="1147989"/>
          </a:xfrm>
        </p:spPr>
        <p:txBody>
          <a:bodyPr>
            <a:normAutofit/>
          </a:bodyPr>
          <a:lstStyle/>
          <a:p>
            <a:r>
              <a:rPr lang="en-US" sz="2400" b="1" dirty="0">
                <a:latin typeface="+mj-lt"/>
              </a:rPr>
              <a:t>Output Screenshot 2</a:t>
            </a:r>
            <a:r>
              <a:rPr lang="en-US" sz="800" dirty="0"/>
              <a:t/>
            </a:r>
            <a:br>
              <a:rPr lang="en-US" sz="800" dirty="0"/>
            </a:br>
            <a:endParaRPr lang="en-IN" sz="1400" dirty="0">
              <a:latin typeface="+mj-lt"/>
            </a:endParaRPr>
          </a:p>
        </p:txBody>
      </p:sp>
      <p:pic>
        <p:nvPicPr>
          <p:cNvPr id="5" name="Picture 4">
            <a:extLst>
              <a:ext uri="{FF2B5EF4-FFF2-40B4-BE49-F238E27FC236}">
                <a16:creationId xmlns:a16="http://schemas.microsoft.com/office/drawing/2014/main" id="{F4F7ECCA-C97C-4494-ADB4-0CE8D1A4C70B}"/>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7" name="Picture 6">
            <a:extLst>
              <a:ext uri="{FF2B5EF4-FFF2-40B4-BE49-F238E27FC236}">
                <a16:creationId xmlns:a16="http://schemas.microsoft.com/office/drawing/2014/main" id="{603754A3-DF5C-4A9D-8CB3-67DF886C0AC1}"/>
              </a:ext>
            </a:extLst>
          </p:cNvPr>
          <p:cNvPicPr>
            <a:picLocks noChangeAspect="1"/>
          </p:cNvPicPr>
          <p:nvPr/>
        </p:nvPicPr>
        <p:blipFill>
          <a:blip r:embed="rId3"/>
          <a:stretch>
            <a:fillRect/>
          </a:stretch>
        </p:blipFill>
        <p:spPr>
          <a:xfrm>
            <a:off x="671593" y="1295400"/>
            <a:ext cx="10515600" cy="4615543"/>
          </a:xfrm>
          <a:prstGeom prst="rect">
            <a:avLst/>
          </a:prstGeom>
        </p:spPr>
      </p:pic>
    </p:spTree>
    <p:extLst>
      <p:ext uri="{BB962C8B-B14F-4D97-AF65-F5344CB8AC3E}">
        <p14:creationId xmlns:p14="http://schemas.microsoft.com/office/powerpoint/2010/main" val="1963420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C4B66-67C6-418D-8A6E-BFF2E6427D02}"/>
              </a:ext>
            </a:extLst>
          </p:cNvPr>
          <p:cNvSpPr>
            <a:spLocks noGrp="1"/>
          </p:cNvSpPr>
          <p:nvPr>
            <p:ph type="title"/>
          </p:nvPr>
        </p:nvSpPr>
        <p:spPr>
          <a:xfrm>
            <a:off x="838200" y="365125"/>
            <a:ext cx="10515600" cy="995589"/>
          </a:xfrm>
        </p:spPr>
        <p:txBody>
          <a:bodyPr>
            <a:normAutofit/>
          </a:bodyPr>
          <a:lstStyle/>
          <a:p>
            <a:r>
              <a:rPr lang="en-US" sz="2400" b="1" dirty="0">
                <a:latin typeface="+mj-lt"/>
              </a:rPr>
              <a:t>Output Screenshot 2</a:t>
            </a:r>
            <a:r>
              <a:rPr lang="en-US" sz="800" dirty="0"/>
              <a:t/>
            </a:r>
            <a:br>
              <a:rPr lang="en-US" sz="800" dirty="0"/>
            </a:br>
            <a:endParaRPr lang="en-IN" sz="2400" dirty="0">
              <a:latin typeface="+mj-lt"/>
            </a:endParaRPr>
          </a:p>
        </p:txBody>
      </p:sp>
      <p:pic>
        <p:nvPicPr>
          <p:cNvPr id="3" name="Picture 2">
            <a:extLst>
              <a:ext uri="{FF2B5EF4-FFF2-40B4-BE49-F238E27FC236}">
                <a16:creationId xmlns:a16="http://schemas.microsoft.com/office/drawing/2014/main" id="{884980EE-6987-4D30-A631-83DB0630D9F1}"/>
              </a:ext>
            </a:extLst>
          </p:cNvPr>
          <p:cNvPicPr>
            <a:picLocks noChangeAspect="1"/>
          </p:cNvPicPr>
          <p:nvPr/>
        </p:nvPicPr>
        <p:blipFill>
          <a:blip r:embed="rId2"/>
          <a:stretch>
            <a:fillRect/>
          </a:stretch>
        </p:blipFill>
        <p:spPr>
          <a:xfrm>
            <a:off x="335797" y="6315517"/>
            <a:ext cx="11520407" cy="310052"/>
          </a:xfrm>
          <a:prstGeom prst="rect">
            <a:avLst/>
          </a:prstGeom>
        </p:spPr>
      </p:pic>
      <p:pic>
        <p:nvPicPr>
          <p:cNvPr id="5" name="Picture 4">
            <a:extLst>
              <a:ext uri="{FF2B5EF4-FFF2-40B4-BE49-F238E27FC236}">
                <a16:creationId xmlns:a16="http://schemas.microsoft.com/office/drawing/2014/main" id="{BD38B057-1B93-417E-A3CF-329D89297E6F}"/>
              </a:ext>
            </a:extLst>
          </p:cNvPr>
          <p:cNvPicPr>
            <a:picLocks noChangeAspect="1"/>
          </p:cNvPicPr>
          <p:nvPr/>
        </p:nvPicPr>
        <p:blipFill>
          <a:blip r:embed="rId3"/>
          <a:stretch>
            <a:fillRect/>
          </a:stretch>
        </p:blipFill>
        <p:spPr>
          <a:xfrm>
            <a:off x="838200" y="1164771"/>
            <a:ext cx="10363200" cy="4813119"/>
          </a:xfrm>
          <a:prstGeom prst="rect">
            <a:avLst/>
          </a:prstGeom>
        </p:spPr>
      </p:pic>
    </p:spTree>
    <p:extLst>
      <p:ext uri="{BB962C8B-B14F-4D97-AF65-F5344CB8AC3E}">
        <p14:creationId xmlns:p14="http://schemas.microsoft.com/office/powerpoint/2010/main" val="969930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214580" cy="4680282"/>
          </a:xfrm>
          <a:prstGeom prst="rect">
            <a:avLst/>
          </a:prstGeom>
          <a:noFill/>
          <a:ln>
            <a:noFill/>
          </a:ln>
        </p:spPr>
        <p:txBody>
          <a:bodyPr spcFirstLastPara="1" wrap="square" lIns="0" tIns="0" rIns="0" bIns="0" anchor="t" anchorCtr="0">
            <a:noAutofit/>
          </a:bodyPr>
          <a:lstStyle/>
          <a:p>
            <a:r>
              <a:rPr lang="en-IN" b="1" dirty="0"/>
              <a:t>1. Real-Time Traffic Data Integration</a:t>
            </a:r>
          </a:p>
          <a:p>
            <a:pPr>
              <a:buFont typeface="Arial" panose="020B0604020202020204" pitchFamily="34" charset="0"/>
              <a:buChar char="•"/>
            </a:pPr>
            <a:r>
              <a:rPr lang="en-IN" dirty="0"/>
              <a:t>Integrate live data streams from:</a:t>
            </a:r>
          </a:p>
          <a:p>
            <a:pPr marL="742950" lvl="1" indent="-285750">
              <a:buFont typeface="Arial" panose="020B0604020202020204" pitchFamily="34" charset="0"/>
              <a:buChar char="•"/>
            </a:pPr>
            <a:r>
              <a:rPr lang="en-IN" dirty="0"/>
              <a:t>IoT traffic sensors</a:t>
            </a:r>
          </a:p>
          <a:p>
            <a:pPr marL="742950" lvl="1" indent="-285750">
              <a:buFont typeface="Arial" panose="020B0604020202020204" pitchFamily="34" charset="0"/>
              <a:buChar char="•"/>
            </a:pPr>
            <a:r>
              <a:rPr lang="en-IN" dirty="0"/>
              <a:t>CCTV and video analytics systems</a:t>
            </a:r>
          </a:p>
          <a:p>
            <a:pPr marL="742950" lvl="1" indent="-285750">
              <a:buFont typeface="Arial" panose="020B0604020202020204" pitchFamily="34" charset="0"/>
              <a:buChar char="•"/>
            </a:pPr>
            <a:r>
              <a:rPr lang="en-IN" dirty="0"/>
              <a:t>GPS data from vehicles and mobile devices</a:t>
            </a:r>
          </a:p>
          <a:p>
            <a:pPr>
              <a:buFont typeface="Arial" panose="020B0604020202020204" pitchFamily="34" charset="0"/>
              <a:buChar char="•"/>
            </a:pPr>
            <a:r>
              <a:rPr lang="en-IN" dirty="0"/>
              <a:t>Enable </a:t>
            </a:r>
            <a:r>
              <a:rPr lang="en-IN" b="1" dirty="0"/>
              <a:t>real-time congestion detection and alerts</a:t>
            </a:r>
            <a:endParaRPr lang="en-IN" dirty="0"/>
          </a:p>
          <a:p>
            <a:pPr>
              <a:buFont typeface="Arial" panose="020B0604020202020204" pitchFamily="34" charset="0"/>
              <a:buChar char="•"/>
            </a:pPr>
            <a:r>
              <a:rPr lang="en-IN" dirty="0"/>
              <a:t>Support </a:t>
            </a:r>
            <a:r>
              <a:rPr lang="en-IN" b="1" dirty="0"/>
              <a:t>stream processing frameworks</a:t>
            </a:r>
            <a:r>
              <a:rPr lang="en-IN" dirty="0"/>
              <a:t> (Kafka, MQTT, Apache </a:t>
            </a:r>
            <a:r>
              <a:rPr lang="en-IN" dirty="0" err="1"/>
              <a:t>Flink</a:t>
            </a:r>
            <a:r>
              <a:rPr lang="en-IN" dirty="0"/>
              <a:t>)</a:t>
            </a:r>
          </a:p>
          <a:p>
            <a:r>
              <a:rPr lang="en-IN" b="1" dirty="0"/>
              <a:t>Impact:</a:t>
            </a:r>
            <a:r>
              <a:rPr lang="en-IN" dirty="0"/>
              <a:t> Faster response to traffic incidents and dynamic traffic control</a:t>
            </a:r>
          </a:p>
          <a:p>
            <a:endParaRPr lang="en-IN" dirty="0"/>
          </a:p>
          <a:p>
            <a:r>
              <a:rPr lang="en-IN" b="1" dirty="0"/>
              <a:t>2.Computer Vision–Driven Traffic Analysis</a:t>
            </a:r>
          </a:p>
          <a:p>
            <a:pPr>
              <a:buFont typeface="Arial" panose="020B0604020202020204" pitchFamily="34" charset="0"/>
              <a:buChar char="•"/>
            </a:pPr>
            <a:r>
              <a:rPr lang="en-IN" dirty="0"/>
              <a:t>Integrate AI-based video analytics to:</a:t>
            </a:r>
          </a:p>
          <a:p>
            <a:pPr marL="742950" lvl="1" indent="-285750">
              <a:buFont typeface="Arial" panose="020B0604020202020204" pitchFamily="34" charset="0"/>
              <a:buChar char="•"/>
            </a:pPr>
            <a:r>
              <a:rPr lang="en-IN" dirty="0"/>
              <a:t>Count vehicles</a:t>
            </a:r>
          </a:p>
          <a:p>
            <a:pPr marL="742950" lvl="1" indent="-285750">
              <a:buFont typeface="Arial" panose="020B0604020202020204" pitchFamily="34" charset="0"/>
              <a:buChar char="•"/>
            </a:pPr>
            <a:r>
              <a:rPr lang="en-IN" dirty="0"/>
              <a:t>Classify vehicle types</a:t>
            </a:r>
          </a:p>
          <a:p>
            <a:pPr marL="742950" lvl="1" indent="-285750">
              <a:buFont typeface="Arial" panose="020B0604020202020204" pitchFamily="34" charset="0"/>
              <a:buChar char="•"/>
            </a:pPr>
            <a:r>
              <a:rPr lang="en-IN" dirty="0"/>
              <a:t>Detect illegal parking and lane violations</a:t>
            </a:r>
          </a:p>
          <a:p>
            <a:pPr>
              <a:buFont typeface="Arial" panose="020B0604020202020204" pitchFamily="34" charset="0"/>
              <a:buChar char="•"/>
            </a:pPr>
            <a:r>
              <a:rPr lang="en-IN" dirty="0"/>
              <a:t>Fuse visual insights with textual agent reasoning</a:t>
            </a:r>
          </a:p>
          <a:p>
            <a:r>
              <a:rPr lang="en-IN" b="1" dirty="0"/>
              <a:t>Impact:</a:t>
            </a:r>
            <a:r>
              <a:rPr lang="en-IN" dirty="0"/>
              <a:t> Richer situational awareness and higher accuracy.</a:t>
            </a:r>
          </a:p>
          <a:p>
            <a:endParaRPr lang="en-IN" dirty="0"/>
          </a:p>
          <a:p>
            <a:r>
              <a:rPr lang="en-US" b="1" dirty="0"/>
              <a:t>3.Adaptive Traffic Signal Control</a:t>
            </a:r>
          </a:p>
          <a:p>
            <a:pPr>
              <a:buFont typeface="Arial" panose="020B0604020202020204" pitchFamily="34" charset="0"/>
              <a:buChar char="•"/>
            </a:pPr>
            <a:r>
              <a:rPr lang="en-US" dirty="0"/>
              <a:t>Enable closed-loop integration with:</a:t>
            </a:r>
          </a:p>
          <a:p>
            <a:pPr marL="742950" lvl="1" indent="-285750">
              <a:buFont typeface="Arial" panose="020B0604020202020204" pitchFamily="34" charset="0"/>
              <a:buChar char="•"/>
            </a:pPr>
            <a:r>
              <a:rPr lang="en-US" dirty="0"/>
              <a:t>Smart traffic lights</a:t>
            </a:r>
          </a:p>
          <a:p>
            <a:pPr marL="742950" lvl="1" indent="-285750">
              <a:buFont typeface="Arial" panose="020B0604020202020204" pitchFamily="34" charset="0"/>
              <a:buChar char="•"/>
            </a:pPr>
            <a:r>
              <a:rPr lang="en-US" dirty="0"/>
              <a:t>Variable message signs </a:t>
            </a:r>
          </a:p>
          <a:p>
            <a:r>
              <a:rPr lang="en-US" b="1" dirty="0"/>
              <a:t>Impact:</a:t>
            </a:r>
            <a:r>
              <a:rPr lang="en-US" dirty="0"/>
              <a:t> Reduced congestion, fuel consumption, and emissions.</a:t>
            </a:r>
          </a:p>
          <a:p>
            <a:pPr marR="0" lvl="0" algn="l" rtl="0">
              <a:lnSpc>
                <a:spcPct val="162162"/>
              </a:lnSpc>
              <a:spcBef>
                <a:spcPts val="0"/>
              </a:spcBef>
              <a:spcAft>
                <a:spcPts val="0"/>
              </a:spcAft>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 </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https://github.com/Monisha569/traffic-agent</a:t>
            </a:r>
            <a:r>
              <a:rPr lang="en-US" sz="1850"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Technology used</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​IBM Granite 3.0 Model Family: Official documentation for enterprise-grade LLMs and reasoning capabilities</a:t>
            </a:r>
            <a:r>
              <a:rPr lang="en-US" u="sng" dirty="0">
                <a:solidFill>
                  <a:srgbClr val="2B3541"/>
                </a:solidFill>
                <a:latin typeface="Times New Roman"/>
                <a:ea typeface="Times New Roman"/>
                <a:cs typeface="Times New Roman"/>
                <a:sym typeface="Times New Roman"/>
              </a:rPr>
              <a:t>. ibm.com/granite</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a:t>
            </a:r>
            <a:r>
              <a:rPr lang="en-US" dirty="0" err="1">
                <a:solidFill>
                  <a:srgbClr val="2B3541"/>
                </a:solidFill>
                <a:latin typeface="Times New Roman"/>
                <a:ea typeface="Times New Roman"/>
                <a:cs typeface="Times New Roman"/>
                <a:sym typeface="Times New Roman"/>
              </a:rPr>
              <a:t>LangFlow</a:t>
            </a:r>
            <a:r>
              <a:rPr lang="en-US" dirty="0">
                <a:solidFill>
                  <a:srgbClr val="2B3541"/>
                </a:solidFill>
                <a:latin typeface="Times New Roman"/>
                <a:ea typeface="Times New Roman"/>
                <a:cs typeface="Times New Roman"/>
                <a:sym typeface="Times New Roman"/>
              </a:rPr>
              <a:t> Orchestration: Low-code platform for building multi-agent AI workflows. </a:t>
            </a:r>
            <a:r>
              <a:rPr lang="en-US" u="sng" dirty="0">
                <a:solidFill>
                  <a:srgbClr val="2B3541"/>
                </a:solidFill>
                <a:latin typeface="Times New Roman"/>
                <a:ea typeface="Times New Roman"/>
                <a:cs typeface="Times New Roman"/>
                <a:sym typeface="Times New Roman"/>
              </a:rPr>
              <a:t>docs.langflow.org</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​IBM WatsonX.ai: Enterprise studio for AI builders to train, validate, and deploy models. </a:t>
            </a:r>
            <a:r>
              <a:rPr lang="en-US" u="sng" dirty="0">
                <a:solidFill>
                  <a:srgbClr val="2B3541"/>
                </a:solidFill>
                <a:latin typeface="Times New Roman"/>
                <a:ea typeface="Times New Roman"/>
                <a:cs typeface="Times New Roman"/>
                <a:sym typeface="Times New Roman"/>
              </a:rPr>
              <a:t>ibm.com/</a:t>
            </a:r>
            <a:r>
              <a:rPr lang="en-US" u="sng" dirty="0" err="1">
                <a:solidFill>
                  <a:srgbClr val="2B3541"/>
                </a:solidFill>
                <a:latin typeface="Times New Roman"/>
                <a:ea typeface="Times New Roman"/>
                <a:cs typeface="Times New Roman"/>
                <a:sym typeface="Times New Roman"/>
              </a:rPr>
              <a:t>watsonx</a:t>
            </a:r>
            <a:endParaRPr lang="en-US" u="sng"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​Domain Research (Traffic Analysis)</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​Intelligent Traffic Management: Research on reducing CO2 emissions and fuel consumption via predictive flow analysis. (Source: NIH/PMC12552707)</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​Agentic AI in Transportation: Exploring the transition from static traffic signals to dynamic, autonomous reasoning agents. (Source: IEEE </a:t>
            </a:r>
            <a:r>
              <a:rPr lang="en-US" dirty="0" err="1">
                <a:solidFill>
                  <a:srgbClr val="2B3541"/>
                </a:solidFill>
                <a:latin typeface="Times New Roman"/>
                <a:ea typeface="Times New Roman"/>
                <a:cs typeface="Times New Roman"/>
                <a:sym typeface="Times New Roman"/>
              </a:rPr>
              <a:t>Xplore</a:t>
            </a:r>
            <a:r>
              <a:rPr lang="en-US" dirty="0">
                <a:solidFill>
                  <a:srgbClr val="2B3541"/>
                </a:solidFill>
                <a:latin typeface="Times New Roman"/>
                <a:ea typeface="Times New Roman"/>
                <a:cs typeface="Times New Roman"/>
                <a:sym typeface="Times New Roman"/>
              </a:rPr>
              <a:t> / MDPI)</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​Open Source </a:t>
            </a:r>
          </a:p>
          <a:p>
            <a:pPr lvl="0">
              <a:lnSpc>
                <a:spcPct val="162162"/>
              </a:lnSpc>
              <a:buClr>
                <a:srgbClr val="2B3541"/>
              </a:buClr>
              <a:buSzPts val="1850"/>
            </a:pPr>
            <a:r>
              <a:rPr lang="en-US" dirty="0">
                <a:solidFill>
                  <a:srgbClr val="2B3541"/>
                </a:solidFill>
                <a:latin typeface="Times New Roman"/>
                <a:ea typeface="Times New Roman"/>
                <a:cs typeface="Times New Roman"/>
                <a:sym typeface="Times New Roman"/>
              </a:rPr>
              <a:t>​</a:t>
            </a:r>
            <a:r>
              <a:rPr lang="en-US" dirty="0" err="1">
                <a:solidFill>
                  <a:srgbClr val="2B3541"/>
                </a:solidFill>
                <a:latin typeface="Times New Roman"/>
                <a:ea typeface="Times New Roman"/>
                <a:cs typeface="Times New Roman"/>
                <a:sym typeface="Times New Roman"/>
              </a:rPr>
              <a:t>LangChain</a:t>
            </a:r>
            <a:r>
              <a:rPr lang="en-US" dirty="0">
                <a:solidFill>
                  <a:srgbClr val="2B3541"/>
                </a:solidFill>
                <a:latin typeface="Times New Roman"/>
                <a:ea typeface="Times New Roman"/>
                <a:cs typeface="Times New Roman"/>
                <a:sym typeface="Times New Roman"/>
              </a:rPr>
              <a:t> Components: Standard library for enhancing LLM utility with context-aware tools.</a:t>
            </a:r>
            <a:endParaRPr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1384</TotalTime>
  <Words>987</Words>
  <Application>Microsoft Office PowerPoint</Application>
  <PresentationFormat>Widescreen</PresentationFormat>
  <Paragraphs>151</Paragraphs>
  <Slides>19</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Google Sans</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Screenshot 2 </vt:lpstr>
      <vt:lpstr>Output Screenshot 2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Win 10</cp:lastModifiedBy>
  <cp:revision>130</cp:revision>
  <dcterms:created xsi:type="dcterms:W3CDTF">2025-07-08T05:06:56Z</dcterms:created>
  <dcterms:modified xsi:type="dcterms:W3CDTF">2026-02-01T11:22:47Z</dcterms:modified>
</cp:coreProperties>
</file>